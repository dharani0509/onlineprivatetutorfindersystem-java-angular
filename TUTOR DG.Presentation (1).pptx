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81" r:id="rId3"/>
    <p:sldId id="271" r:id="rId4"/>
    <p:sldId id="272" r:id="rId5"/>
    <p:sldId id="273" r:id="rId6"/>
    <p:sldId id="274" r:id="rId7"/>
    <p:sldId id="275" r:id="rId8"/>
    <p:sldId id="279" r:id="rId9"/>
    <p:sldId id="278" r:id="rId10"/>
    <p:sldId id="277"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74F4E7-DCC5-4FF0-AD07-4071DC3F7955}" v="123" dt="2023-02-27T06:57:07.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67487" autoAdjust="0"/>
  </p:normalViewPr>
  <p:slideViewPr>
    <p:cSldViewPr snapToGrid="0">
      <p:cViewPr varScale="1">
        <p:scale>
          <a:sx n="63" d="100"/>
          <a:sy n="63" d="100"/>
        </p:scale>
        <p:origin x="80" y="108"/>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ik, Anisha" userId="4e230629-da67-42f5-b555-a920d570b78e" providerId="ADAL" clId="{6C74F4E7-DCC5-4FF0-AD07-4071DC3F7955}"/>
    <pc:docChg chg="undo custSel addSld delSld modSld sldOrd">
      <pc:chgData name="Mallik, Anisha" userId="4e230629-da67-42f5-b555-a920d570b78e" providerId="ADAL" clId="{6C74F4E7-DCC5-4FF0-AD07-4071DC3F7955}" dt="2023-02-27T06:57:44.681" v="799" actId="14100"/>
      <pc:docMkLst>
        <pc:docMk/>
      </pc:docMkLst>
      <pc:sldChg chg="addSp delSp modSp mod setBg setClrOvrMap delDesignElem">
        <pc:chgData name="Mallik, Anisha" userId="4e230629-da67-42f5-b555-a920d570b78e" providerId="ADAL" clId="{6C74F4E7-DCC5-4FF0-AD07-4071DC3F7955}" dt="2023-02-26T21:51:46.321" v="768" actId="26606"/>
        <pc:sldMkLst>
          <pc:docMk/>
          <pc:sldMk cId="322398974" sldId="256"/>
        </pc:sldMkLst>
        <pc:spChg chg="mod ord">
          <ac:chgData name="Mallik, Anisha" userId="4e230629-da67-42f5-b555-a920d570b78e" providerId="ADAL" clId="{6C74F4E7-DCC5-4FF0-AD07-4071DC3F7955}" dt="2023-02-26T21:51:46.321" v="768" actId="26606"/>
          <ac:spMkLst>
            <pc:docMk/>
            <pc:sldMk cId="322398974" sldId="256"/>
            <ac:spMk id="2" creationId="{E561AC0E-7195-4ACF-AA0A-5E2923A987F7}"/>
          </ac:spMkLst>
        </pc:spChg>
        <pc:spChg chg="mod ord">
          <ac:chgData name="Mallik, Anisha" userId="4e230629-da67-42f5-b555-a920d570b78e" providerId="ADAL" clId="{6C74F4E7-DCC5-4FF0-AD07-4071DC3F7955}" dt="2023-02-26T21:51:46.321" v="768" actId="26606"/>
          <ac:spMkLst>
            <pc:docMk/>
            <pc:sldMk cId="322398974" sldId="256"/>
            <ac:spMk id="3" creationId="{814253EE-4FA2-4843-BE27-C7D5B08FFB81}"/>
          </ac:spMkLst>
        </pc:spChg>
        <pc:spChg chg="add del">
          <ac:chgData name="Mallik, Anisha" userId="4e230629-da67-42f5-b555-a920d570b78e" providerId="ADAL" clId="{6C74F4E7-DCC5-4FF0-AD07-4071DC3F7955}" dt="2023-02-26T21:50:57.852" v="765" actId="26606"/>
          <ac:spMkLst>
            <pc:docMk/>
            <pc:sldMk cId="322398974" sldId="256"/>
            <ac:spMk id="29" creationId="{F6E384F5-137A-40B1-97F0-694CC6ECD59C}"/>
          </ac:spMkLst>
        </pc:spChg>
        <pc:spChg chg="add del">
          <ac:chgData name="Mallik, Anisha" userId="4e230629-da67-42f5-b555-a920d570b78e" providerId="ADAL" clId="{6C74F4E7-DCC5-4FF0-AD07-4071DC3F7955}" dt="2023-02-26T21:50:57.852" v="765" actId="26606"/>
          <ac:spMkLst>
            <pc:docMk/>
            <pc:sldMk cId="322398974" sldId="256"/>
            <ac:spMk id="31" creationId="{EBA87361-6D30-46E4-834B-719CF59055EA}"/>
          </ac:spMkLst>
        </pc:spChg>
        <pc:spChg chg="add del">
          <ac:chgData name="Mallik, Anisha" userId="4e230629-da67-42f5-b555-a920d570b78e" providerId="ADAL" clId="{6C74F4E7-DCC5-4FF0-AD07-4071DC3F7955}" dt="2023-02-26T21:50:57.852" v="765" actId="26606"/>
          <ac:spMkLst>
            <pc:docMk/>
            <pc:sldMk cId="322398974" sldId="256"/>
            <ac:spMk id="33" creationId="{9DBC4630-03DA-474F-BBCB-BA3AE6B317A4}"/>
          </ac:spMkLst>
        </pc:spChg>
        <pc:spChg chg="add del">
          <ac:chgData name="Mallik, Anisha" userId="4e230629-da67-42f5-b555-a920d570b78e" providerId="ADAL" clId="{6C74F4E7-DCC5-4FF0-AD07-4071DC3F7955}" dt="2023-02-26T21:50:57.852" v="765" actId="26606"/>
          <ac:spMkLst>
            <pc:docMk/>
            <pc:sldMk cId="322398974" sldId="256"/>
            <ac:spMk id="35" creationId="{D89DB1C0-FEEC-4CB6-88B2-F9C5562E09D1}"/>
          </ac:spMkLst>
        </pc:spChg>
        <pc:spChg chg="add del">
          <ac:chgData name="Mallik, Anisha" userId="4e230629-da67-42f5-b555-a920d570b78e" providerId="ADAL" clId="{6C74F4E7-DCC5-4FF0-AD07-4071DC3F7955}" dt="2023-02-26T21:50:57.852" v="765" actId="26606"/>
          <ac:spMkLst>
            <pc:docMk/>
            <pc:sldMk cId="322398974" sldId="256"/>
            <ac:spMk id="37" creationId="{78418A25-6EAC-4140-BFE6-284E1925B5EE}"/>
          </ac:spMkLst>
        </pc:spChg>
        <pc:spChg chg="add del">
          <ac:chgData name="Mallik, Anisha" userId="4e230629-da67-42f5-b555-a920d570b78e" providerId="ADAL" clId="{6C74F4E7-DCC5-4FF0-AD07-4071DC3F7955}" dt="2023-02-26T21:50:57.852" v="765" actId="26606"/>
          <ac:spMkLst>
            <pc:docMk/>
            <pc:sldMk cId="322398974" sldId="256"/>
            <ac:spMk id="39" creationId="{08163D1C-ED91-4D5F-A33B-CF1256B270D4}"/>
          </ac:spMkLst>
        </pc:spChg>
        <pc:spChg chg="add del">
          <ac:chgData name="Mallik, Anisha" userId="4e230629-da67-42f5-b555-a920d570b78e" providerId="ADAL" clId="{6C74F4E7-DCC5-4FF0-AD07-4071DC3F7955}" dt="2023-02-26T21:50:57.852" v="765" actId="26606"/>
          <ac:spMkLst>
            <pc:docMk/>
            <pc:sldMk cId="322398974" sldId="256"/>
            <ac:spMk id="41" creationId="{31103AB2-C090-458F-B752-294F23AFA8AD}"/>
          </ac:spMkLst>
        </pc:spChg>
        <pc:spChg chg="add del">
          <ac:chgData name="Mallik, Anisha" userId="4e230629-da67-42f5-b555-a920d570b78e" providerId="ADAL" clId="{6C74F4E7-DCC5-4FF0-AD07-4071DC3F7955}" dt="2023-02-26T21:50:57.852" v="765" actId="26606"/>
          <ac:spMkLst>
            <pc:docMk/>
            <pc:sldMk cId="322398974" sldId="256"/>
            <ac:spMk id="43" creationId="{83D471F3-782A-4BA1-9CAB-FF5CDF0A75E0}"/>
          </ac:spMkLst>
        </pc:spChg>
        <pc:spChg chg="add del">
          <ac:chgData name="Mallik, Anisha" userId="4e230629-da67-42f5-b555-a920d570b78e" providerId="ADAL" clId="{6C74F4E7-DCC5-4FF0-AD07-4071DC3F7955}" dt="2023-02-26T21:50:40.875" v="756" actId="26606"/>
          <ac:spMkLst>
            <pc:docMk/>
            <pc:sldMk cId="322398974" sldId="256"/>
            <ac:spMk id="48" creationId="{9180DE06-7362-4888-AADA-7AADD57AC49D}"/>
          </ac:spMkLst>
        </pc:spChg>
        <pc:spChg chg="add del">
          <ac:chgData name="Mallik, Anisha" userId="4e230629-da67-42f5-b555-a920d570b78e" providerId="ADAL" clId="{6C74F4E7-DCC5-4FF0-AD07-4071DC3F7955}" dt="2023-02-26T21:50:40.875" v="756" actId="26606"/>
          <ac:spMkLst>
            <pc:docMk/>
            <pc:sldMk cId="322398974" sldId="256"/>
            <ac:spMk id="54" creationId="{04357C93-F0CB-4A1C-8F77-4E9063789819}"/>
          </ac:spMkLst>
        </pc:spChg>
        <pc:spChg chg="add del">
          <ac:chgData name="Mallik, Anisha" userId="4e230629-da67-42f5-b555-a920d570b78e" providerId="ADAL" clId="{6C74F4E7-DCC5-4FF0-AD07-4071DC3F7955}" dt="2023-02-26T21:50:56.097" v="762" actId="26606"/>
          <ac:spMkLst>
            <pc:docMk/>
            <pc:sldMk cId="322398974" sldId="256"/>
            <ac:spMk id="61" creationId="{73BCD0CA-DDC4-40C5-A9B3-58E00857E61B}"/>
          </ac:spMkLst>
        </pc:spChg>
        <pc:spChg chg="add del">
          <ac:chgData name="Mallik, Anisha" userId="4e230629-da67-42f5-b555-a920d570b78e" providerId="ADAL" clId="{6C74F4E7-DCC5-4FF0-AD07-4071DC3F7955}" dt="2023-02-26T21:50:57.811" v="764" actId="26606"/>
          <ac:spMkLst>
            <pc:docMk/>
            <pc:sldMk cId="322398974" sldId="256"/>
            <ac:spMk id="75" creationId="{1C4FDBE2-32F7-4AC4-A40C-C51C65B1D474}"/>
          </ac:spMkLst>
        </pc:spChg>
        <pc:spChg chg="add del">
          <ac:chgData name="Mallik, Anisha" userId="4e230629-da67-42f5-b555-a920d570b78e" providerId="ADAL" clId="{6C74F4E7-DCC5-4FF0-AD07-4071DC3F7955}" dt="2023-02-26T21:50:57.811" v="764" actId="26606"/>
          <ac:spMkLst>
            <pc:docMk/>
            <pc:sldMk cId="322398974" sldId="256"/>
            <ac:spMk id="76" creationId="{54099A62-2EF0-4EF2-BCB8-F6865122D948}"/>
          </ac:spMkLst>
        </pc:spChg>
        <pc:spChg chg="add del">
          <ac:chgData name="Mallik, Anisha" userId="4e230629-da67-42f5-b555-a920d570b78e" providerId="ADAL" clId="{6C74F4E7-DCC5-4FF0-AD07-4071DC3F7955}" dt="2023-02-26T21:50:57.811" v="764" actId="26606"/>
          <ac:spMkLst>
            <pc:docMk/>
            <pc:sldMk cId="322398974" sldId="256"/>
            <ac:spMk id="77" creationId="{F92FEB46-1A09-4F9B-B7AB-32F904116070}"/>
          </ac:spMkLst>
        </pc:spChg>
        <pc:spChg chg="add del">
          <ac:chgData name="Mallik, Anisha" userId="4e230629-da67-42f5-b555-a920d570b78e" providerId="ADAL" clId="{6C74F4E7-DCC5-4FF0-AD07-4071DC3F7955}" dt="2023-02-26T21:51:46.321" v="768" actId="26606"/>
          <ac:spMkLst>
            <pc:docMk/>
            <pc:sldMk cId="322398974" sldId="256"/>
            <ac:spMk id="79" creationId="{73BCD0CA-DDC4-40C5-A9B3-58E00857E61B}"/>
          </ac:spMkLst>
        </pc:spChg>
        <pc:grpChg chg="add del">
          <ac:chgData name="Mallik, Anisha" userId="4e230629-da67-42f5-b555-a920d570b78e" providerId="ADAL" clId="{6C74F4E7-DCC5-4FF0-AD07-4071DC3F7955}" dt="2023-02-26T21:50:40.875" v="756" actId="26606"/>
          <ac:grpSpMkLst>
            <pc:docMk/>
            <pc:sldMk cId="322398974" sldId="256"/>
            <ac:grpSpMk id="50" creationId="{3AF6A671-C637-4547-85F4-51B6D1881399}"/>
          </ac:grpSpMkLst>
        </pc:grpChg>
        <pc:grpChg chg="add del">
          <ac:chgData name="Mallik, Anisha" userId="4e230629-da67-42f5-b555-a920d570b78e" providerId="ADAL" clId="{6C74F4E7-DCC5-4FF0-AD07-4071DC3F7955}" dt="2023-02-26T21:50:56.097" v="762" actId="26606"/>
          <ac:grpSpMkLst>
            <pc:docMk/>
            <pc:sldMk cId="322398974" sldId="256"/>
            <ac:grpSpMk id="62" creationId="{5DA3B98D-E311-471C-931C-B8957FA8AEAF}"/>
          </ac:grpSpMkLst>
        </pc:grpChg>
        <pc:grpChg chg="add del">
          <ac:chgData name="Mallik, Anisha" userId="4e230629-da67-42f5-b555-a920d570b78e" providerId="ADAL" clId="{6C74F4E7-DCC5-4FF0-AD07-4071DC3F7955}" dt="2023-02-26T21:50:56.097" v="762" actId="26606"/>
          <ac:grpSpMkLst>
            <pc:docMk/>
            <pc:sldMk cId="322398974" sldId="256"/>
            <ac:grpSpMk id="65" creationId="{C77639EA-C9D1-44CA-BBC0-30625E7CDBB0}"/>
          </ac:grpSpMkLst>
        </pc:grpChg>
        <pc:grpChg chg="add del">
          <ac:chgData name="Mallik, Anisha" userId="4e230629-da67-42f5-b555-a920d570b78e" providerId="ADAL" clId="{6C74F4E7-DCC5-4FF0-AD07-4071DC3F7955}" dt="2023-02-26T21:50:56.097" v="762" actId="26606"/>
          <ac:grpSpMkLst>
            <pc:docMk/>
            <pc:sldMk cId="322398974" sldId="256"/>
            <ac:grpSpMk id="66" creationId="{FD0D2B97-EBAC-4C39-9D60-5AB712A7FF4C}"/>
          </ac:grpSpMkLst>
        </pc:grpChg>
        <pc:grpChg chg="add del">
          <ac:chgData name="Mallik, Anisha" userId="4e230629-da67-42f5-b555-a920d570b78e" providerId="ADAL" clId="{6C74F4E7-DCC5-4FF0-AD07-4071DC3F7955}" dt="2023-02-26T21:50:56.097" v="762" actId="26606"/>
          <ac:grpSpMkLst>
            <pc:docMk/>
            <pc:sldMk cId="322398974" sldId="256"/>
            <ac:grpSpMk id="70" creationId="{34EF1CC3-0F88-49B3-AA5F-8843EA588E85}"/>
          </ac:grpSpMkLst>
        </pc:grpChg>
        <pc:grpChg chg="add del">
          <ac:chgData name="Mallik, Anisha" userId="4e230629-da67-42f5-b555-a920d570b78e" providerId="ADAL" clId="{6C74F4E7-DCC5-4FF0-AD07-4071DC3F7955}" dt="2023-02-26T21:50:56.097" v="762" actId="26606"/>
          <ac:grpSpMkLst>
            <pc:docMk/>
            <pc:sldMk cId="322398974" sldId="256"/>
            <ac:grpSpMk id="72" creationId="{3326D25C-6580-48AE-86A7-C0DE13DC61E2}"/>
          </ac:grpSpMkLst>
        </pc:grpChg>
        <pc:grpChg chg="add del">
          <ac:chgData name="Mallik, Anisha" userId="4e230629-da67-42f5-b555-a920d570b78e" providerId="ADAL" clId="{6C74F4E7-DCC5-4FF0-AD07-4071DC3F7955}" dt="2023-02-26T21:51:46.321" v="768" actId="26606"/>
          <ac:grpSpMkLst>
            <pc:docMk/>
            <pc:sldMk cId="322398974" sldId="256"/>
            <ac:grpSpMk id="80" creationId="{C77639EA-C9D1-44CA-BBC0-30625E7CDBB0}"/>
          </ac:grpSpMkLst>
        </pc:grpChg>
        <pc:grpChg chg="add del">
          <ac:chgData name="Mallik, Anisha" userId="4e230629-da67-42f5-b555-a920d570b78e" providerId="ADAL" clId="{6C74F4E7-DCC5-4FF0-AD07-4071DC3F7955}" dt="2023-02-26T21:51:46.321" v="768" actId="26606"/>
          <ac:grpSpMkLst>
            <pc:docMk/>
            <pc:sldMk cId="322398974" sldId="256"/>
            <ac:grpSpMk id="82" creationId="{34EF1CC3-0F88-49B3-AA5F-8843EA588E85}"/>
          </ac:grpSpMkLst>
        </pc:grpChg>
        <pc:grpChg chg="add del">
          <ac:chgData name="Mallik, Anisha" userId="4e230629-da67-42f5-b555-a920d570b78e" providerId="ADAL" clId="{6C74F4E7-DCC5-4FF0-AD07-4071DC3F7955}" dt="2023-02-26T21:51:46.321" v="768" actId="26606"/>
          <ac:grpSpMkLst>
            <pc:docMk/>
            <pc:sldMk cId="322398974" sldId="256"/>
            <ac:grpSpMk id="84" creationId="{3326D25C-6580-48AE-86A7-C0DE13DC61E2}"/>
          </ac:grpSpMkLst>
        </pc:grpChg>
        <pc:grpChg chg="add del">
          <ac:chgData name="Mallik, Anisha" userId="4e230629-da67-42f5-b555-a920d570b78e" providerId="ADAL" clId="{6C74F4E7-DCC5-4FF0-AD07-4071DC3F7955}" dt="2023-02-26T21:51:46.321" v="768" actId="26606"/>
          <ac:grpSpMkLst>
            <pc:docMk/>
            <pc:sldMk cId="322398974" sldId="256"/>
            <ac:grpSpMk id="86" creationId="{5DA3B98D-E311-471C-931C-B8957FA8AEAF}"/>
          </ac:grpSpMkLst>
        </pc:grpChg>
        <pc:grpChg chg="add del">
          <ac:chgData name="Mallik, Anisha" userId="4e230629-da67-42f5-b555-a920d570b78e" providerId="ADAL" clId="{6C74F4E7-DCC5-4FF0-AD07-4071DC3F7955}" dt="2023-02-26T21:51:46.321" v="768" actId="26606"/>
          <ac:grpSpMkLst>
            <pc:docMk/>
            <pc:sldMk cId="322398974" sldId="256"/>
            <ac:grpSpMk id="87" creationId="{FD0D2B97-EBAC-4C39-9D60-5AB712A7FF4C}"/>
          </ac:grpSpMkLst>
        </pc:grpChg>
        <pc:picChg chg="mod ord">
          <ac:chgData name="Mallik, Anisha" userId="4e230629-da67-42f5-b555-a920d570b78e" providerId="ADAL" clId="{6C74F4E7-DCC5-4FF0-AD07-4071DC3F7955}" dt="2023-02-26T21:51:46.321" v="768" actId="26606"/>
          <ac:picMkLst>
            <pc:docMk/>
            <pc:sldMk cId="322398974" sldId="256"/>
            <ac:picMk id="5" creationId="{EB71843F-0A0B-4317-B205-4B0A0B97C0FD}"/>
          </ac:picMkLst>
        </pc:picChg>
        <pc:picChg chg="mod ord">
          <ac:chgData name="Mallik, Anisha" userId="4e230629-da67-42f5-b555-a920d570b78e" providerId="ADAL" clId="{6C74F4E7-DCC5-4FF0-AD07-4071DC3F7955}" dt="2023-02-26T21:51:46.321" v="768" actId="26606"/>
          <ac:picMkLst>
            <pc:docMk/>
            <pc:sldMk cId="322398974" sldId="256"/>
            <ac:picMk id="7" creationId="{2696A1A4-8E43-47F6-A6DC-A9ADAB053D8B}"/>
          </ac:picMkLst>
        </pc:picChg>
        <pc:picChg chg="mod ord">
          <ac:chgData name="Mallik, Anisha" userId="4e230629-da67-42f5-b555-a920d570b78e" providerId="ADAL" clId="{6C74F4E7-DCC5-4FF0-AD07-4071DC3F7955}" dt="2023-02-26T21:51:46.321" v="768" actId="26606"/>
          <ac:picMkLst>
            <pc:docMk/>
            <pc:sldMk cId="322398974" sldId="256"/>
            <ac:picMk id="9" creationId="{93E427C7-0218-4592-82DA-2431E4BF8756}"/>
          </ac:picMkLst>
        </pc:picChg>
        <pc:picChg chg="mod ord">
          <ac:chgData name="Mallik, Anisha" userId="4e230629-da67-42f5-b555-a920d570b78e" providerId="ADAL" clId="{6C74F4E7-DCC5-4FF0-AD07-4071DC3F7955}" dt="2023-02-26T21:51:46.321" v="768" actId="26606"/>
          <ac:picMkLst>
            <pc:docMk/>
            <pc:sldMk cId="322398974" sldId="256"/>
            <ac:picMk id="11" creationId="{18A239E6-97C0-4A74-8E7A-C9FD39A8C92C}"/>
          </ac:picMkLst>
        </pc:picChg>
        <pc:cxnChg chg="add del">
          <ac:chgData name="Mallik, Anisha" userId="4e230629-da67-42f5-b555-a920d570b78e" providerId="ADAL" clId="{6C74F4E7-DCC5-4FF0-AD07-4071DC3F7955}" dt="2023-02-26T21:50:52.428" v="760" actId="26606"/>
          <ac:cxnSpMkLst>
            <pc:docMk/>
            <pc:sldMk cId="322398974" sldId="256"/>
            <ac:cxnSpMk id="52" creationId="{3D83F26F-C55B-4A92-9AFF-4894D14E27C5}"/>
          </ac:cxnSpMkLst>
        </pc:cxnChg>
        <pc:cxnChg chg="add del">
          <ac:chgData name="Mallik, Anisha" userId="4e230629-da67-42f5-b555-a920d570b78e" providerId="ADAL" clId="{6C74F4E7-DCC5-4FF0-AD07-4071DC3F7955}" dt="2023-02-26T21:50:43.584" v="758" actId="26606"/>
          <ac:cxnSpMkLst>
            <pc:docMk/>
            <pc:sldMk cId="322398974" sldId="256"/>
            <ac:cxnSpMk id="56" creationId="{8733B210-462D-42A4-BA20-36743BB5E686}"/>
          </ac:cxnSpMkLst>
        </pc:cxnChg>
        <pc:cxnChg chg="add del">
          <ac:chgData name="Mallik, Anisha" userId="4e230629-da67-42f5-b555-a920d570b78e" providerId="ADAL" clId="{6C74F4E7-DCC5-4FF0-AD07-4071DC3F7955}" dt="2023-02-26T21:50:52.428" v="760" actId="26606"/>
          <ac:cxnSpMkLst>
            <pc:docMk/>
            <pc:sldMk cId="322398974" sldId="256"/>
            <ac:cxnSpMk id="58" creationId="{564940E8-4031-4205-8D84-CBBB398C9148}"/>
          </ac:cxnSpMkLst>
        </pc:cxnChg>
        <pc:cxnChg chg="add del">
          <ac:chgData name="Mallik, Anisha" userId="4e230629-da67-42f5-b555-a920d570b78e" providerId="ADAL" clId="{6C74F4E7-DCC5-4FF0-AD07-4071DC3F7955}" dt="2023-02-26T21:50:52.428" v="760" actId="26606"/>
          <ac:cxnSpMkLst>
            <pc:docMk/>
            <pc:sldMk cId="322398974" sldId="256"/>
            <ac:cxnSpMk id="59" creationId="{BC68721A-3920-404F-817F-D207616A4979}"/>
          </ac:cxnSpMkLst>
        </pc:cxnChg>
        <pc:cxnChg chg="add">
          <ac:chgData name="Mallik, Anisha" userId="4e230629-da67-42f5-b555-a920d570b78e" providerId="ADAL" clId="{6C74F4E7-DCC5-4FF0-AD07-4071DC3F7955}" dt="2023-02-26T21:51:46.321" v="768" actId="26606"/>
          <ac:cxnSpMkLst>
            <pc:docMk/>
            <pc:sldMk cId="322398974" sldId="256"/>
            <ac:cxnSpMk id="92" creationId="{564940E8-4031-4205-8D84-CBBB398C9148}"/>
          </ac:cxnSpMkLst>
        </pc:cxnChg>
        <pc:cxnChg chg="add">
          <ac:chgData name="Mallik, Anisha" userId="4e230629-da67-42f5-b555-a920d570b78e" providerId="ADAL" clId="{6C74F4E7-DCC5-4FF0-AD07-4071DC3F7955}" dt="2023-02-26T21:51:46.321" v="768" actId="26606"/>
          <ac:cxnSpMkLst>
            <pc:docMk/>
            <pc:sldMk cId="322398974" sldId="256"/>
            <ac:cxnSpMk id="94" creationId="{BC68721A-3920-404F-817F-D207616A4979}"/>
          </ac:cxnSpMkLst>
        </pc:cxnChg>
        <pc:cxnChg chg="add">
          <ac:chgData name="Mallik, Anisha" userId="4e230629-da67-42f5-b555-a920d570b78e" providerId="ADAL" clId="{6C74F4E7-DCC5-4FF0-AD07-4071DC3F7955}" dt="2023-02-26T21:51:46.321" v="768" actId="26606"/>
          <ac:cxnSpMkLst>
            <pc:docMk/>
            <pc:sldMk cId="322398974" sldId="256"/>
            <ac:cxnSpMk id="96" creationId="{3D83F26F-C55B-4A92-9AFF-4894D14E27C5}"/>
          </ac:cxnSpMkLst>
        </pc:cxnChg>
      </pc:sldChg>
      <pc:sldChg chg="addSp delSp modSp del mod delDesignElem">
        <pc:chgData name="Mallik, Anisha" userId="4e230629-da67-42f5-b555-a920d570b78e" providerId="ADAL" clId="{6C74F4E7-DCC5-4FF0-AD07-4071DC3F7955}" dt="2023-02-17T11:57:07.532" v="277" actId="47"/>
        <pc:sldMkLst>
          <pc:docMk/>
          <pc:sldMk cId="2880909745" sldId="262"/>
        </pc:sldMkLst>
        <pc:spChg chg="mod">
          <ac:chgData name="Mallik, Anisha" userId="4e230629-da67-42f5-b555-a920d570b78e" providerId="ADAL" clId="{6C74F4E7-DCC5-4FF0-AD07-4071DC3F7955}" dt="2023-02-17T11:39:25.569" v="54"/>
          <ac:spMkLst>
            <pc:docMk/>
            <pc:sldMk cId="2880909745" sldId="262"/>
            <ac:spMk id="2" creationId="{A98F6D58-1A39-41ED-99F7-0CE9F03BD344}"/>
          </ac:spMkLst>
        </pc:spChg>
        <pc:picChg chg="add del">
          <ac:chgData name="Mallik, Anisha" userId="4e230629-da67-42f5-b555-a920d570b78e" providerId="ADAL" clId="{6C74F4E7-DCC5-4FF0-AD07-4071DC3F7955}" dt="2023-02-17T11:39:27.331" v="60"/>
          <ac:picMkLst>
            <pc:docMk/>
            <pc:sldMk cId="2880909745" sldId="262"/>
            <ac:picMk id="8" creationId="{590430A8-7125-464C-98BA-3409573DB574}"/>
          </ac:picMkLst>
        </pc:picChg>
      </pc:sldChg>
      <pc:sldChg chg="addSp delSp modSp del mod delDesignElem">
        <pc:chgData name="Mallik, Anisha" userId="4e230629-da67-42f5-b555-a920d570b78e" providerId="ADAL" clId="{6C74F4E7-DCC5-4FF0-AD07-4071DC3F7955}" dt="2023-02-17T11:57:07.074" v="276" actId="47"/>
        <pc:sldMkLst>
          <pc:docMk/>
          <pc:sldMk cId="3514892887" sldId="263"/>
        </pc:sldMkLst>
        <pc:spChg chg="mod">
          <ac:chgData name="Mallik, Anisha" userId="4e230629-da67-42f5-b555-a920d570b78e" providerId="ADAL" clId="{6C74F4E7-DCC5-4FF0-AD07-4071DC3F7955}" dt="2023-02-17T11:39:25.569" v="54"/>
          <ac:spMkLst>
            <pc:docMk/>
            <pc:sldMk cId="3514892887" sldId="263"/>
            <ac:spMk id="2" creationId="{DD648CF1-C72A-4313-8FC7-BF6DD4642AFE}"/>
          </ac:spMkLst>
        </pc:spChg>
        <pc:picChg chg="add del">
          <ac:chgData name="Mallik, Anisha" userId="4e230629-da67-42f5-b555-a920d570b78e" providerId="ADAL" clId="{6C74F4E7-DCC5-4FF0-AD07-4071DC3F7955}" dt="2023-02-17T11:39:27.331" v="60"/>
          <ac:picMkLst>
            <pc:docMk/>
            <pc:sldMk cId="3514892887" sldId="263"/>
            <ac:picMk id="8" creationId="{B6C7BDF7-D7AC-4209-A6A9-11B953F882E4}"/>
          </ac:picMkLst>
        </pc:picChg>
      </pc:sldChg>
      <pc:sldChg chg="addSp delSp modSp del mod delDesignElem">
        <pc:chgData name="Mallik, Anisha" userId="4e230629-da67-42f5-b555-a920d570b78e" providerId="ADAL" clId="{6C74F4E7-DCC5-4FF0-AD07-4071DC3F7955}" dt="2023-02-17T11:57:08.401" v="278" actId="47"/>
        <pc:sldMkLst>
          <pc:docMk/>
          <pc:sldMk cId="2372968877" sldId="264"/>
        </pc:sldMkLst>
        <pc:spChg chg="mod">
          <ac:chgData name="Mallik, Anisha" userId="4e230629-da67-42f5-b555-a920d570b78e" providerId="ADAL" clId="{6C74F4E7-DCC5-4FF0-AD07-4071DC3F7955}" dt="2023-02-17T11:39:26.786" v="59"/>
          <ac:spMkLst>
            <pc:docMk/>
            <pc:sldMk cId="2372968877" sldId="264"/>
            <ac:spMk id="3" creationId="{814253EE-4FA2-4843-BE27-C7D5B08FFB81}"/>
          </ac:spMkLst>
        </pc:spChg>
        <pc:spChg chg="add del">
          <ac:chgData name="Mallik, Anisha" userId="4e230629-da67-42f5-b555-a920d570b78e" providerId="ADAL" clId="{6C74F4E7-DCC5-4FF0-AD07-4071DC3F7955}" dt="2023-02-17T11:39:27.331" v="60"/>
          <ac:spMkLst>
            <pc:docMk/>
            <pc:sldMk cId="2372968877" sldId="264"/>
            <ac:spMk id="18" creationId="{7AE95D8F-9825-4222-8846-E3461598CC62}"/>
          </ac:spMkLst>
        </pc:spChg>
        <pc:cxnChg chg="add del">
          <ac:chgData name="Mallik, Anisha" userId="4e230629-da67-42f5-b555-a920d570b78e" providerId="ADAL" clId="{6C74F4E7-DCC5-4FF0-AD07-4071DC3F7955}" dt="2023-02-17T11:39:27.331" v="60"/>
          <ac:cxnSpMkLst>
            <pc:docMk/>
            <pc:sldMk cId="2372968877" sldId="264"/>
            <ac:cxnSpMk id="16" creationId="{DFDA47BC-3069-47F5-8257-24B3B1F76A08}"/>
          </ac:cxnSpMkLst>
        </pc:cxnChg>
        <pc:cxnChg chg="add del">
          <ac:chgData name="Mallik, Anisha" userId="4e230629-da67-42f5-b555-a920d570b78e" providerId="ADAL" clId="{6C74F4E7-DCC5-4FF0-AD07-4071DC3F7955}" dt="2023-02-17T11:39:27.331" v="60"/>
          <ac:cxnSpMkLst>
            <pc:docMk/>
            <pc:sldMk cId="2372968877" sldId="264"/>
            <ac:cxnSpMk id="20" creationId="{942B920A-73AD-402A-8EEF-B88E1A9398B8}"/>
          </ac:cxnSpMkLst>
        </pc:cxnChg>
        <pc:cxnChg chg="add del">
          <ac:chgData name="Mallik, Anisha" userId="4e230629-da67-42f5-b555-a920d570b78e" providerId="ADAL" clId="{6C74F4E7-DCC5-4FF0-AD07-4071DC3F7955}" dt="2023-02-17T11:39:27.331" v="60"/>
          <ac:cxnSpMkLst>
            <pc:docMk/>
            <pc:sldMk cId="2372968877" sldId="264"/>
            <ac:cxnSpMk id="22" creationId="{00C9EB70-BC82-414A-BF8D-AD7FC6727616}"/>
          </ac:cxnSpMkLst>
        </pc:cxnChg>
        <pc:cxnChg chg="add del">
          <ac:chgData name="Mallik, Anisha" userId="4e230629-da67-42f5-b555-a920d570b78e" providerId="ADAL" clId="{6C74F4E7-DCC5-4FF0-AD07-4071DC3F7955}" dt="2023-02-17T11:39:27.331" v="60"/>
          <ac:cxnSpMkLst>
            <pc:docMk/>
            <pc:sldMk cId="2372968877" sldId="264"/>
            <ac:cxnSpMk id="24" creationId="{3217665F-0036-444A-8D4A-33AF36A36A42}"/>
          </ac:cxnSpMkLst>
        </pc:cxnChg>
      </pc:sldChg>
      <pc:sldChg chg="addSp delSp modSp del mod delDesignElem">
        <pc:chgData name="Mallik, Anisha" userId="4e230629-da67-42f5-b555-a920d570b78e" providerId="ADAL" clId="{6C74F4E7-DCC5-4FF0-AD07-4071DC3F7955}" dt="2023-02-17T11:57:04.505" v="273" actId="47"/>
        <pc:sldMkLst>
          <pc:docMk/>
          <pc:sldMk cId="381659708" sldId="266"/>
        </pc:sldMkLst>
        <pc:spChg chg="mod">
          <ac:chgData name="Mallik, Anisha" userId="4e230629-da67-42f5-b555-a920d570b78e" providerId="ADAL" clId="{6C74F4E7-DCC5-4FF0-AD07-4071DC3F7955}" dt="2023-02-17T11:39:25.569" v="54"/>
          <ac:spMkLst>
            <pc:docMk/>
            <pc:sldMk cId="381659708" sldId="266"/>
            <ac:spMk id="2" creationId="{EA0D9B4E-C292-45AA-8116-562703040382}"/>
          </ac:spMkLst>
        </pc:spChg>
        <pc:picChg chg="add del">
          <ac:chgData name="Mallik, Anisha" userId="4e230629-da67-42f5-b555-a920d570b78e" providerId="ADAL" clId="{6C74F4E7-DCC5-4FF0-AD07-4071DC3F7955}" dt="2023-02-17T11:39:27.331" v="60"/>
          <ac:picMkLst>
            <pc:docMk/>
            <pc:sldMk cId="381659708" sldId="266"/>
            <ac:picMk id="9" creationId="{35127EDA-5861-47AB-8729-620CFC7DAC07}"/>
          </ac:picMkLst>
        </pc:picChg>
      </pc:sldChg>
      <pc:sldChg chg="addSp delSp modSp del mod delDesignElem">
        <pc:chgData name="Mallik, Anisha" userId="4e230629-da67-42f5-b555-a920d570b78e" providerId="ADAL" clId="{6C74F4E7-DCC5-4FF0-AD07-4071DC3F7955}" dt="2023-02-17T11:57:06.592" v="275" actId="47"/>
        <pc:sldMkLst>
          <pc:docMk/>
          <pc:sldMk cId="397072516" sldId="267"/>
        </pc:sldMkLst>
        <pc:spChg chg="mod">
          <ac:chgData name="Mallik, Anisha" userId="4e230629-da67-42f5-b555-a920d570b78e" providerId="ADAL" clId="{6C74F4E7-DCC5-4FF0-AD07-4071DC3F7955}" dt="2023-02-17T11:39:25.569" v="54"/>
          <ac:spMkLst>
            <pc:docMk/>
            <pc:sldMk cId="397072516" sldId="267"/>
            <ac:spMk id="2" creationId="{2D34CEF4-01D3-4AF7-9E84-F43030ACA972}"/>
          </ac:spMkLst>
        </pc:spChg>
        <pc:picChg chg="add del">
          <ac:chgData name="Mallik, Anisha" userId="4e230629-da67-42f5-b555-a920d570b78e" providerId="ADAL" clId="{6C74F4E7-DCC5-4FF0-AD07-4071DC3F7955}" dt="2023-02-17T11:39:27.331" v="60"/>
          <ac:picMkLst>
            <pc:docMk/>
            <pc:sldMk cId="397072516" sldId="267"/>
            <ac:picMk id="8" creationId="{984A409A-26BF-476C-858A-CFA0EBFAB6FC}"/>
          </ac:picMkLst>
        </pc:picChg>
      </pc:sldChg>
      <pc:sldChg chg="modSp del">
        <pc:chgData name="Mallik, Anisha" userId="4e230629-da67-42f5-b555-a920d570b78e" providerId="ADAL" clId="{6C74F4E7-DCC5-4FF0-AD07-4071DC3F7955}" dt="2023-02-17T11:46:04.637" v="147" actId="2696"/>
        <pc:sldMkLst>
          <pc:docMk/>
          <pc:sldMk cId="2127580902" sldId="269"/>
        </pc:sldMkLst>
        <pc:spChg chg="mod">
          <ac:chgData name="Mallik, Anisha" userId="4e230629-da67-42f5-b555-a920d570b78e" providerId="ADAL" clId="{6C74F4E7-DCC5-4FF0-AD07-4071DC3F7955}" dt="2023-02-17T11:39:27.331" v="60"/>
          <ac:spMkLst>
            <pc:docMk/>
            <pc:sldMk cId="2127580902" sldId="269"/>
            <ac:spMk id="5" creationId="{64BD0A42-B011-4DBF-B5CD-6718A97E3C70}"/>
          </ac:spMkLst>
        </pc:spChg>
      </pc:sldChg>
      <pc:sldChg chg="addSp delSp modSp del mod delDesignElem">
        <pc:chgData name="Mallik, Anisha" userId="4e230629-da67-42f5-b555-a920d570b78e" providerId="ADAL" clId="{6C74F4E7-DCC5-4FF0-AD07-4071DC3F7955}" dt="2023-02-17T11:57:05.997" v="274" actId="47"/>
        <pc:sldMkLst>
          <pc:docMk/>
          <pc:sldMk cId="882630486" sldId="270"/>
        </pc:sldMkLst>
        <pc:spChg chg="mod">
          <ac:chgData name="Mallik, Anisha" userId="4e230629-da67-42f5-b555-a920d570b78e" providerId="ADAL" clId="{6C74F4E7-DCC5-4FF0-AD07-4071DC3F7955}" dt="2023-02-17T11:39:25.569" v="54"/>
          <ac:spMkLst>
            <pc:docMk/>
            <pc:sldMk cId="882630486" sldId="270"/>
            <ac:spMk id="2" creationId="{0FDE5079-B185-4DE0-AF2C-AE4B7709FBC3}"/>
          </ac:spMkLst>
        </pc:spChg>
        <pc:picChg chg="add del">
          <ac:chgData name="Mallik, Anisha" userId="4e230629-da67-42f5-b555-a920d570b78e" providerId="ADAL" clId="{6C74F4E7-DCC5-4FF0-AD07-4071DC3F7955}" dt="2023-02-17T11:39:27.331" v="60"/>
          <ac:picMkLst>
            <pc:docMk/>
            <pc:sldMk cId="882630486" sldId="270"/>
            <ac:picMk id="8" creationId="{17062073-5027-4AA3-AB16-4D2C8C505AFD}"/>
          </ac:picMkLst>
        </pc:picChg>
      </pc:sldChg>
      <pc:sldChg chg="addSp modSp mod">
        <pc:chgData name="Mallik, Anisha" userId="4e230629-da67-42f5-b555-a920d570b78e" providerId="ADAL" clId="{6C74F4E7-DCC5-4FF0-AD07-4071DC3F7955}" dt="2023-02-26T21:49:52.942" v="742" actId="255"/>
        <pc:sldMkLst>
          <pc:docMk/>
          <pc:sldMk cId="3019506551" sldId="271"/>
        </pc:sldMkLst>
        <pc:spChg chg="mod">
          <ac:chgData name="Mallik, Anisha" userId="4e230629-da67-42f5-b555-a920d570b78e" providerId="ADAL" clId="{6C74F4E7-DCC5-4FF0-AD07-4071DC3F7955}" dt="2023-02-17T11:40:53.567" v="127" actId="113"/>
          <ac:spMkLst>
            <pc:docMk/>
            <pc:sldMk cId="3019506551" sldId="271"/>
            <ac:spMk id="2" creationId="{9F71692C-2A64-5A8D-93ED-E0C20315A82B}"/>
          </ac:spMkLst>
        </pc:spChg>
        <pc:spChg chg="add mod">
          <ac:chgData name="Mallik, Anisha" userId="4e230629-da67-42f5-b555-a920d570b78e" providerId="ADAL" clId="{6C74F4E7-DCC5-4FF0-AD07-4071DC3F7955}" dt="2023-02-26T21:49:35.567" v="740" actId="255"/>
          <ac:spMkLst>
            <pc:docMk/>
            <pc:sldMk cId="3019506551" sldId="271"/>
            <ac:spMk id="4" creationId="{6895C6F3-A8A7-B39E-832C-7A3436743584}"/>
          </ac:spMkLst>
        </pc:spChg>
        <pc:spChg chg="add mod">
          <ac:chgData name="Mallik, Anisha" userId="4e230629-da67-42f5-b555-a920d570b78e" providerId="ADAL" clId="{6C74F4E7-DCC5-4FF0-AD07-4071DC3F7955}" dt="2023-02-26T21:49:45.443" v="741" actId="255"/>
          <ac:spMkLst>
            <pc:docMk/>
            <pc:sldMk cId="3019506551" sldId="271"/>
            <ac:spMk id="6" creationId="{CA5947BB-EA18-3DCD-DB73-80FD8D5AE704}"/>
          </ac:spMkLst>
        </pc:spChg>
        <pc:spChg chg="mod">
          <ac:chgData name="Mallik, Anisha" userId="4e230629-da67-42f5-b555-a920d570b78e" providerId="ADAL" clId="{6C74F4E7-DCC5-4FF0-AD07-4071DC3F7955}" dt="2023-02-17T11:39:55.206" v="118" actId="1076"/>
          <ac:spMkLst>
            <pc:docMk/>
            <pc:sldMk cId="3019506551" sldId="271"/>
            <ac:spMk id="8" creationId="{0F4CA826-971E-8ED2-DB2E-F6EE08E63899}"/>
          </ac:spMkLst>
        </pc:spChg>
        <pc:spChg chg="mod">
          <ac:chgData name="Mallik, Anisha" userId="4e230629-da67-42f5-b555-a920d570b78e" providerId="ADAL" clId="{6C74F4E7-DCC5-4FF0-AD07-4071DC3F7955}" dt="2023-02-17T11:39:48.648" v="117" actId="1076"/>
          <ac:spMkLst>
            <pc:docMk/>
            <pc:sldMk cId="3019506551" sldId="271"/>
            <ac:spMk id="9" creationId="{2F4BB1A8-3CF7-D6FD-4F8E-7A97EEE5B9A9}"/>
          </ac:spMkLst>
        </pc:spChg>
        <pc:spChg chg="mod">
          <ac:chgData name="Mallik, Anisha" userId="4e230629-da67-42f5-b555-a920d570b78e" providerId="ADAL" clId="{6C74F4E7-DCC5-4FF0-AD07-4071DC3F7955}" dt="2023-02-17T11:39:42.052" v="116" actId="1076"/>
          <ac:spMkLst>
            <pc:docMk/>
            <pc:sldMk cId="3019506551" sldId="271"/>
            <ac:spMk id="10" creationId="{C5030778-5360-2AEC-BE8F-3A93392CD74E}"/>
          </ac:spMkLst>
        </pc:spChg>
        <pc:spChg chg="mod">
          <ac:chgData name="Mallik, Anisha" userId="4e230629-da67-42f5-b555-a920d570b78e" providerId="ADAL" clId="{6C74F4E7-DCC5-4FF0-AD07-4071DC3F7955}" dt="2023-02-17T11:41:04.158" v="129" actId="113"/>
          <ac:spMkLst>
            <pc:docMk/>
            <pc:sldMk cId="3019506551" sldId="271"/>
            <ac:spMk id="11" creationId="{B3095854-91BA-1A28-BC9C-37E268593691}"/>
          </ac:spMkLst>
        </pc:spChg>
        <pc:spChg chg="mod">
          <ac:chgData name="Mallik, Anisha" userId="4e230629-da67-42f5-b555-a920d570b78e" providerId="ADAL" clId="{6C74F4E7-DCC5-4FF0-AD07-4071DC3F7955}" dt="2023-02-17T11:40:59.579" v="128" actId="113"/>
          <ac:spMkLst>
            <pc:docMk/>
            <pc:sldMk cId="3019506551" sldId="271"/>
            <ac:spMk id="12" creationId="{06AA9B52-1D02-B702-55E3-C9C877C9D3E6}"/>
          </ac:spMkLst>
        </pc:spChg>
        <pc:spChg chg="add mod">
          <ac:chgData name="Mallik, Anisha" userId="4e230629-da67-42f5-b555-a920d570b78e" providerId="ADAL" clId="{6C74F4E7-DCC5-4FF0-AD07-4071DC3F7955}" dt="2023-02-17T11:41:08.275" v="130" actId="113"/>
          <ac:spMkLst>
            <pc:docMk/>
            <pc:sldMk cId="3019506551" sldId="271"/>
            <ac:spMk id="13" creationId="{1184FDCC-DDC4-D733-EF01-1FA78C1FA305}"/>
          </ac:spMkLst>
        </pc:spChg>
        <pc:spChg chg="add mod">
          <ac:chgData name="Mallik, Anisha" userId="4e230629-da67-42f5-b555-a920d570b78e" providerId="ADAL" clId="{6C74F4E7-DCC5-4FF0-AD07-4071DC3F7955}" dt="2023-02-26T21:49:52.942" v="742" actId="255"/>
          <ac:spMkLst>
            <pc:docMk/>
            <pc:sldMk cId="3019506551" sldId="271"/>
            <ac:spMk id="14" creationId="{2EEDA0FC-93E9-14FE-67A5-45036FF6231E}"/>
          </ac:spMkLst>
        </pc:spChg>
        <pc:cxnChg chg="add mod">
          <ac:chgData name="Mallik, Anisha" userId="4e230629-da67-42f5-b555-a920d570b78e" providerId="ADAL" clId="{6C74F4E7-DCC5-4FF0-AD07-4071DC3F7955}" dt="2023-02-21T11:35:42.607" v="583" actId="13822"/>
          <ac:cxnSpMkLst>
            <pc:docMk/>
            <pc:sldMk cId="3019506551" sldId="271"/>
            <ac:cxnSpMk id="15" creationId="{70C9FA89-E9D0-2EE5-E9A3-C7809AF03154}"/>
          </ac:cxnSpMkLst>
        </pc:cxnChg>
        <pc:cxnChg chg="add mod">
          <ac:chgData name="Mallik, Anisha" userId="4e230629-da67-42f5-b555-a920d570b78e" providerId="ADAL" clId="{6C74F4E7-DCC5-4FF0-AD07-4071DC3F7955}" dt="2023-02-21T11:35:52.517" v="585" actId="13822"/>
          <ac:cxnSpMkLst>
            <pc:docMk/>
            <pc:sldMk cId="3019506551" sldId="271"/>
            <ac:cxnSpMk id="17" creationId="{FBE62D61-6C77-EA12-DEB3-4637809CC980}"/>
          </ac:cxnSpMkLst>
        </pc:cxnChg>
        <pc:cxnChg chg="add mod">
          <ac:chgData name="Mallik, Anisha" userId="4e230629-da67-42f5-b555-a920d570b78e" providerId="ADAL" clId="{6C74F4E7-DCC5-4FF0-AD07-4071DC3F7955}" dt="2023-02-21T11:36:22.411" v="587" actId="13822"/>
          <ac:cxnSpMkLst>
            <pc:docMk/>
            <pc:sldMk cId="3019506551" sldId="271"/>
            <ac:cxnSpMk id="19" creationId="{63AB6CEF-F6BD-5125-5E7E-D0E018AF922A}"/>
          </ac:cxnSpMkLst>
        </pc:cxnChg>
      </pc:sldChg>
      <pc:sldChg chg="addSp delSp modSp mod setBg setClrOvrMap delDesignElem">
        <pc:chgData name="Mallik, Anisha" userId="4e230629-da67-42f5-b555-a920d570b78e" providerId="ADAL" clId="{6C74F4E7-DCC5-4FF0-AD07-4071DC3F7955}" dt="2023-02-27T06:57:44.681" v="799" actId="14100"/>
        <pc:sldMkLst>
          <pc:docMk/>
          <pc:sldMk cId="3116492560" sldId="272"/>
        </pc:sldMkLst>
        <pc:spChg chg="add mod ord">
          <ac:chgData name="Mallik, Anisha" userId="4e230629-da67-42f5-b555-a920d570b78e" providerId="ADAL" clId="{6C74F4E7-DCC5-4FF0-AD07-4071DC3F7955}" dt="2023-02-22T07:29:14.926" v="612" actId="26606"/>
          <ac:spMkLst>
            <pc:docMk/>
            <pc:sldMk cId="3116492560" sldId="272"/>
            <ac:spMk id="2" creationId="{7FA3F97E-62F9-25F5-C48E-DB7B5C250176}"/>
          </ac:spMkLst>
        </pc:spChg>
        <pc:spChg chg="add del">
          <ac:chgData name="Mallik, Anisha" userId="4e230629-da67-42f5-b555-a920d570b78e" providerId="ADAL" clId="{6C74F4E7-DCC5-4FF0-AD07-4071DC3F7955}" dt="2023-02-22T07:29:05.428" v="601" actId="26606"/>
          <ac:spMkLst>
            <pc:docMk/>
            <pc:sldMk cId="3116492560" sldId="272"/>
            <ac:spMk id="9" creationId="{E49CC64F-7275-4E33-961B-0C5CDC439875}"/>
          </ac:spMkLst>
        </pc:spChg>
        <pc:spChg chg="add del">
          <ac:chgData name="Mallik, Anisha" userId="4e230629-da67-42f5-b555-a920d570b78e" providerId="ADAL" clId="{6C74F4E7-DCC5-4FF0-AD07-4071DC3F7955}" dt="2023-02-22T07:29:08.769" v="603" actId="26606"/>
          <ac:spMkLst>
            <pc:docMk/>
            <pc:sldMk cId="3116492560" sldId="272"/>
            <ac:spMk id="12" creationId="{87CC2527-562A-4F69-B487-4371E5B243E7}"/>
          </ac:spMkLst>
        </pc:spChg>
        <pc:spChg chg="add del">
          <ac:chgData name="Mallik, Anisha" userId="4e230629-da67-42f5-b555-a920d570b78e" providerId="ADAL" clId="{6C74F4E7-DCC5-4FF0-AD07-4071DC3F7955}" dt="2023-02-22T07:29:10.301" v="605" actId="26606"/>
          <ac:spMkLst>
            <pc:docMk/>
            <pc:sldMk cId="3116492560" sldId="272"/>
            <ac:spMk id="14" creationId="{6B3BAD04-E614-4C16-8360-019FCF0045AC}"/>
          </ac:spMkLst>
        </pc:spChg>
        <pc:spChg chg="add del">
          <ac:chgData name="Mallik, Anisha" userId="4e230629-da67-42f5-b555-a920d570b78e" providerId="ADAL" clId="{6C74F4E7-DCC5-4FF0-AD07-4071DC3F7955}" dt="2023-02-22T07:29:11.687" v="607" actId="26606"/>
          <ac:spMkLst>
            <pc:docMk/>
            <pc:sldMk cId="3116492560" sldId="272"/>
            <ac:spMk id="16" creationId="{37C89E4B-3C9F-44B9-8B86-D9E3D112D8EC}"/>
          </ac:spMkLst>
        </pc:spChg>
        <pc:spChg chg="add del">
          <ac:chgData name="Mallik, Anisha" userId="4e230629-da67-42f5-b555-a920d570b78e" providerId="ADAL" clId="{6C74F4E7-DCC5-4FF0-AD07-4071DC3F7955}" dt="2023-02-22T07:29:13.223" v="609" actId="26606"/>
          <ac:spMkLst>
            <pc:docMk/>
            <pc:sldMk cId="3116492560" sldId="272"/>
            <ac:spMk id="19" creationId="{D4771268-CB57-404A-9271-370EB28F6090}"/>
          </ac:spMkLst>
        </pc:spChg>
        <pc:spChg chg="add del">
          <ac:chgData name="Mallik, Anisha" userId="4e230629-da67-42f5-b555-a920d570b78e" providerId="ADAL" clId="{6C74F4E7-DCC5-4FF0-AD07-4071DC3F7955}" dt="2023-02-22T07:29:14.926" v="611" actId="26606"/>
          <ac:spMkLst>
            <pc:docMk/>
            <pc:sldMk cId="3116492560" sldId="272"/>
            <ac:spMk id="21" creationId="{37C89E4B-3C9F-44B9-8B86-D9E3D112D8EC}"/>
          </ac:spMkLst>
        </pc:spChg>
        <pc:spChg chg="add del">
          <ac:chgData name="Mallik, Anisha" userId="4e230629-da67-42f5-b555-a920d570b78e" providerId="ADAL" clId="{6C74F4E7-DCC5-4FF0-AD07-4071DC3F7955}" dt="2023-02-26T21:50:31.436" v="754"/>
          <ac:spMkLst>
            <pc:docMk/>
            <pc:sldMk cId="3116492560" sldId="272"/>
            <ac:spMk id="25" creationId="{D4771268-CB57-404A-9271-370EB28F6090}"/>
          </ac:spMkLst>
        </pc:spChg>
        <pc:picChg chg="add del mod modCrop">
          <ac:chgData name="Mallik, Anisha" userId="4e230629-da67-42f5-b555-a920d570b78e" providerId="ADAL" clId="{6C74F4E7-DCC5-4FF0-AD07-4071DC3F7955}" dt="2023-02-27T06:11:38.541" v="769" actId="21"/>
          <ac:picMkLst>
            <pc:docMk/>
            <pc:sldMk cId="3116492560" sldId="272"/>
            <ac:picMk id="4" creationId="{741CD3E8-DE28-8D1A-E982-F235918A1D0B}"/>
          </ac:picMkLst>
        </pc:picChg>
        <pc:picChg chg="add del mod modCrop">
          <ac:chgData name="Mallik, Anisha" userId="4e230629-da67-42f5-b555-a920d570b78e" providerId="ADAL" clId="{6C74F4E7-DCC5-4FF0-AD07-4071DC3F7955}" dt="2023-02-27T06:56:08.598" v="786" actId="21"/>
          <ac:picMkLst>
            <pc:docMk/>
            <pc:sldMk cId="3116492560" sldId="272"/>
            <ac:picMk id="5" creationId="{0452CA43-07B2-5A59-FFED-975970FD63B1}"/>
          </ac:picMkLst>
        </pc:picChg>
        <pc:picChg chg="add del mod">
          <ac:chgData name="Mallik, Anisha" userId="4e230629-da67-42f5-b555-a920d570b78e" providerId="ADAL" clId="{6C74F4E7-DCC5-4FF0-AD07-4071DC3F7955}" dt="2023-02-27T06:56:21.652" v="788" actId="21"/>
          <ac:picMkLst>
            <pc:docMk/>
            <pc:sldMk cId="3116492560" sldId="272"/>
            <ac:picMk id="6" creationId="{EB9566D2-F49B-E0E4-0A0E-639087366A4D}"/>
          </ac:picMkLst>
        </pc:picChg>
        <pc:picChg chg="add mod modCrop">
          <ac:chgData name="Mallik, Anisha" userId="4e230629-da67-42f5-b555-a920d570b78e" providerId="ADAL" clId="{6C74F4E7-DCC5-4FF0-AD07-4071DC3F7955}" dt="2023-02-27T06:57:44.681" v="799" actId="14100"/>
          <ac:picMkLst>
            <pc:docMk/>
            <pc:sldMk cId="3116492560" sldId="272"/>
            <ac:picMk id="8" creationId="{6CC9D9FD-75EB-3D01-A839-CF713F83AF61}"/>
          </ac:picMkLst>
        </pc:picChg>
        <pc:cxnChg chg="add del">
          <ac:chgData name="Mallik, Anisha" userId="4e230629-da67-42f5-b555-a920d570b78e" providerId="ADAL" clId="{6C74F4E7-DCC5-4FF0-AD07-4071DC3F7955}" dt="2023-02-22T07:29:08.769" v="603" actId="26606"/>
          <ac:cxnSpMkLst>
            <pc:docMk/>
            <pc:sldMk cId="3116492560" sldId="272"/>
            <ac:cxnSpMk id="11" creationId="{BCDAEC91-5BCE-4B55-9CC0-43EF94CB734B}"/>
          </ac:cxnSpMkLst>
        </pc:cxnChg>
        <pc:cxnChg chg="add del">
          <ac:chgData name="Mallik, Anisha" userId="4e230629-da67-42f5-b555-a920d570b78e" providerId="ADAL" clId="{6C74F4E7-DCC5-4FF0-AD07-4071DC3F7955}" dt="2023-02-22T07:29:11.687" v="607" actId="26606"/>
          <ac:cxnSpMkLst>
            <pc:docMk/>
            <pc:sldMk cId="3116492560" sldId="272"/>
            <ac:cxnSpMk id="13" creationId="{D891E407-403B-4764-86C9-33A56D3BCAA3}"/>
          </ac:cxnSpMkLst>
        </pc:cxnChg>
        <pc:cxnChg chg="add del">
          <ac:chgData name="Mallik, Anisha" userId="4e230629-da67-42f5-b555-a920d570b78e" providerId="ADAL" clId="{6C74F4E7-DCC5-4FF0-AD07-4071DC3F7955}" dt="2023-02-22T07:29:11.687" v="607" actId="26606"/>
          <ac:cxnSpMkLst>
            <pc:docMk/>
            <pc:sldMk cId="3116492560" sldId="272"/>
            <ac:cxnSpMk id="17" creationId="{AA2EAA10-076F-46BD-8F0F-B9A2FB77A85C}"/>
          </ac:cxnSpMkLst>
        </pc:cxnChg>
        <pc:cxnChg chg="add del">
          <ac:chgData name="Mallik, Anisha" userId="4e230629-da67-42f5-b555-a920d570b78e" providerId="ADAL" clId="{6C74F4E7-DCC5-4FF0-AD07-4071DC3F7955}" dt="2023-02-22T07:29:14.926" v="611" actId="26606"/>
          <ac:cxnSpMkLst>
            <pc:docMk/>
            <pc:sldMk cId="3116492560" sldId="272"/>
            <ac:cxnSpMk id="22" creationId="{AA2EAA10-076F-46BD-8F0F-B9A2FB77A85C}"/>
          </ac:cxnSpMkLst>
        </pc:cxnChg>
        <pc:cxnChg chg="add del">
          <ac:chgData name="Mallik, Anisha" userId="4e230629-da67-42f5-b555-a920d570b78e" providerId="ADAL" clId="{6C74F4E7-DCC5-4FF0-AD07-4071DC3F7955}" dt="2023-02-22T07:29:14.926" v="611" actId="26606"/>
          <ac:cxnSpMkLst>
            <pc:docMk/>
            <pc:sldMk cId="3116492560" sldId="272"/>
            <ac:cxnSpMk id="23" creationId="{D891E407-403B-4764-86C9-33A56D3BCAA3}"/>
          </ac:cxnSpMkLst>
        </pc:cxnChg>
      </pc:sldChg>
      <pc:sldChg chg="addSp delSp modSp new mod setBg setClrOvrMap delDesignElem chgLayout">
        <pc:chgData name="Mallik, Anisha" userId="4e230629-da67-42f5-b555-a920d570b78e" providerId="ADAL" clId="{6C74F4E7-DCC5-4FF0-AD07-4071DC3F7955}" dt="2023-02-26T21:50:31.436" v="754"/>
        <pc:sldMkLst>
          <pc:docMk/>
          <pc:sldMk cId="1930984144" sldId="273"/>
        </pc:sldMkLst>
        <pc:spChg chg="add mod ord">
          <ac:chgData name="Mallik, Anisha" userId="4e230629-da67-42f5-b555-a920d570b78e" providerId="ADAL" clId="{6C74F4E7-DCC5-4FF0-AD07-4071DC3F7955}" dt="2023-02-17T12:02:23.163" v="332" actId="26606"/>
          <ac:spMkLst>
            <pc:docMk/>
            <pc:sldMk cId="1930984144" sldId="273"/>
            <ac:spMk id="2" creationId="{C37A4FD6-FFA0-90AF-7ACB-4131739F342A}"/>
          </ac:spMkLst>
        </pc:spChg>
        <pc:spChg chg="add mod">
          <ac:chgData name="Mallik, Anisha" userId="4e230629-da67-42f5-b555-a920d570b78e" providerId="ADAL" clId="{6C74F4E7-DCC5-4FF0-AD07-4071DC3F7955}" dt="2023-02-26T21:45:53.568" v="697" actId="14100"/>
          <ac:spMkLst>
            <pc:docMk/>
            <pc:sldMk cId="1930984144" sldId="273"/>
            <ac:spMk id="4" creationId="{F7E239F8-A9BC-1882-C960-3BE0C389291A}"/>
          </ac:spMkLst>
        </pc:spChg>
        <pc:spChg chg="add del">
          <ac:chgData name="Mallik, Anisha" userId="4e230629-da67-42f5-b555-a920d570b78e" providerId="ADAL" clId="{6C74F4E7-DCC5-4FF0-AD07-4071DC3F7955}" dt="2023-02-17T11:51:56.591" v="226" actId="700"/>
          <ac:spMkLst>
            <pc:docMk/>
            <pc:sldMk cId="1930984144" sldId="273"/>
            <ac:spMk id="1031" creationId="{B9951BD9-0868-4CDB-ACD6-9C4209B5E412}"/>
          </ac:spMkLst>
        </pc:spChg>
        <pc:spChg chg="add del">
          <ac:chgData name="Mallik, Anisha" userId="4e230629-da67-42f5-b555-a920d570b78e" providerId="ADAL" clId="{6C74F4E7-DCC5-4FF0-AD07-4071DC3F7955}" dt="2023-02-17T12:03:30.452" v="343" actId="26606"/>
          <ac:spMkLst>
            <pc:docMk/>
            <pc:sldMk cId="1930984144" sldId="273"/>
            <ac:spMk id="1033" creationId="{8537B233-9CDD-4A90-AABB-A8963DEE4FBC}"/>
          </ac:spMkLst>
        </pc:spChg>
        <pc:spChg chg="add del">
          <ac:chgData name="Mallik, Anisha" userId="4e230629-da67-42f5-b555-a920d570b78e" providerId="ADAL" clId="{6C74F4E7-DCC5-4FF0-AD07-4071DC3F7955}" dt="2023-02-17T11:51:42.225" v="224" actId="26606"/>
          <ac:spMkLst>
            <pc:docMk/>
            <pc:sldMk cId="1930984144" sldId="273"/>
            <ac:spMk id="1036" creationId="{57C8F81B-247C-4BBE-B1EB-87BB33C8A7D1}"/>
          </ac:spMkLst>
        </pc:spChg>
        <pc:spChg chg="add del">
          <ac:chgData name="Mallik, Anisha" userId="4e230629-da67-42f5-b555-a920d570b78e" providerId="ADAL" clId="{6C74F4E7-DCC5-4FF0-AD07-4071DC3F7955}" dt="2023-02-26T21:50:31.436" v="754"/>
          <ac:spMkLst>
            <pc:docMk/>
            <pc:sldMk cId="1930984144" sldId="273"/>
            <ac:spMk id="1037" creationId="{87F16C5A-0D41-47A9-B0A2-9C2AD7A8CF32}"/>
          </ac:spMkLst>
        </pc:spChg>
        <pc:spChg chg="add del">
          <ac:chgData name="Mallik, Anisha" userId="4e230629-da67-42f5-b555-a920d570b78e" providerId="ADAL" clId="{6C74F4E7-DCC5-4FF0-AD07-4071DC3F7955}" dt="2023-02-26T21:50:31.436" v="754"/>
          <ac:spMkLst>
            <pc:docMk/>
            <pc:sldMk cId="1930984144" sldId="273"/>
            <ac:spMk id="1040" creationId="{6EA86598-DA2C-41D5-BC0C-E877F8818EEB}"/>
          </ac:spMkLst>
        </pc:spChg>
        <pc:spChg chg="add del">
          <ac:chgData name="Mallik, Anisha" userId="4e230629-da67-42f5-b555-a920d570b78e" providerId="ADAL" clId="{6C74F4E7-DCC5-4FF0-AD07-4071DC3F7955}" dt="2023-02-17T11:48:39.724" v="185" actId="26606"/>
          <ac:spMkLst>
            <pc:docMk/>
            <pc:sldMk cId="1930984144" sldId="273"/>
            <ac:spMk id="1041" creationId="{06DA9DF9-31F7-4056-B42E-878CC92417B8}"/>
          </ac:spMkLst>
        </pc:spChg>
        <pc:spChg chg="add del">
          <ac:chgData name="Mallik, Anisha" userId="4e230629-da67-42f5-b555-a920d570b78e" providerId="ADAL" clId="{6C74F4E7-DCC5-4FF0-AD07-4071DC3F7955}" dt="2023-02-26T21:50:31.436" v="754"/>
          <ac:spMkLst>
            <pc:docMk/>
            <pc:sldMk cId="1930984144" sldId="273"/>
            <ac:spMk id="1042" creationId="{450D3AD2-FA80-415F-A9CE-54D884561CD7}"/>
          </ac:spMkLst>
        </pc:spChg>
        <pc:spChg chg="add del">
          <ac:chgData name="Mallik, Anisha" userId="4e230629-da67-42f5-b555-a920d570b78e" providerId="ADAL" clId="{6C74F4E7-DCC5-4FF0-AD07-4071DC3F7955}" dt="2023-02-17T11:48:41.748" v="187" actId="26606"/>
          <ac:spMkLst>
            <pc:docMk/>
            <pc:sldMk cId="1930984144" sldId="273"/>
            <ac:spMk id="1043" creationId="{4C9AFA28-B5ED-4346-9AF7-68A157F16C7E}"/>
          </ac:spMkLst>
        </pc:spChg>
        <pc:spChg chg="add del">
          <ac:chgData name="Mallik, Anisha" userId="4e230629-da67-42f5-b555-a920d570b78e" providerId="ADAL" clId="{6C74F4E7-DCC5-4FF0-AD07-4071DC3F7955}" dt="2023-02-17T11:48:41.748" v="187" actId="26606"/>
          <ac:spMkLst>
            <pc:docMk/>
            <pc:sldMk cId="1930984144" sldId="273"/>
            <ac:spMk id="1044" creationId="{DF05ACD0-FF4A-4F8F-B5C5-6A4EBD0D1B38}"/>
          </ac:spMkLst>
        </pc:spChg>
        <pc:spChg chg="add del">
          <ac:chgData name="Mallik, Anisha" userId="4e230629-da67-42f5-b555-a920d570b78e" providerId="ADAL" clId="{6C74F4E7-DCC5-4FF0-AD07-4071DC3F7955}" dt="2023-02-17T11:48:44.238" v="189" actId="26606"/>
          <ac:spMkLst>
            <pc:docMk/>
            <pc:sldMk cId="1930984144" sldId="273"/>
            <ac:spMk id="1046" creationId="{57C8F81B-247C-4BBE-B1EB-87BB33C8A7D1}"/>
          </ac:spMkLst>
        </pc:spChg>
        <pc:spChg chg="add del">
          <ac:chgData name="Mallik, Anisha" userId="4e230629-da67-42f5-b555-a920d570b78e" providerId="ADAL" clId="{6C74F4E7-DCC5-4FF0-AD07-4071DC3F7955}" dt="2023-02-17T11:48:45.389" v="191" actId="26606"/>
          <ac:spMkLst>
            <pc:docMk/>
            <pc:sldMk cId="1930984144" sldId="273"/>
            <ac:spMk id="1048" creationId="{06DA9DF9-31F7-4056-B42E-878CC92417B8}"/>
          </ac:spMkLst>
        </pc:spChg>
        <pc:spChg chg="add del">
          <ac:chgData name="Mallik, Anisha" userId="4e230629-da67-42f5-b555-a920d570b78e" providerId="ADAL" clId="{6C74F4E7-DCC5-4FF0-AD07-4071DC3F7955}" dt="2023-02-17T11:51:32.308" v="213" actId="26606"/>
          <ac:spMkLst>
            <pc:docMk/>
            <pc:sldMk cId="1930984144" sldId="273"/>
            <ac:spMk id="1050" creationId="{57C8F81B-247C-4BBE-B1EB-87BB33C8A7D1}"/>
          </ac:spMkLst>
        </pc:spChg>
        <pc:spChg chg="add del">
          <ac:chgData name="Mallik, Anisha" userId="4e230629-da67-42f5-b555-a920d570b78e" providerId="ADAL" clId="{6C74F4E7-DCC5-4FF0-AD07-4071DC3F7955}" dt="2023-02-17T11:49:44.540" v="200" actId="26606"/>
          <ac:spMkLst>
            <pc:docMk/>
            <pc:sldMk cId="1930984144" sldId="273"/>
            <ac:spMk id="1055" creationId="{8A94871E-96FC-4ADE-815B-41A636E34F1A}"/>
          </ac:spMkLst>
        </pc:spChg>
        <pc:spChg chg="add del">
          <ac:chgData name="Mallik, Anisha" userId="4e230629-da67-42f5-b555-a920d570b78e" providerId="ADAL" clId="{6C74F4E7-DCC5-4FF0-AD07-4071DC3F7955}" dt="2023-02-17T11:49:44.540" v="200" actId="26606"/>
          <ac:spMkLst>
            <pc:docMk/>
            <pc:sldMk cId="1930984144" sldId="273"/>
            <ac:spMk id="1057" creationId="{3FCFB1DE-0B7E-48CC-BA90-B2AB0889F9D6}"/>
          </ac:spMkLst>
        </pc:spChg>
        <pc:spChg chg="add del">
          <ac:chgData name="Mallik, Anisha" userId="4e230629-da67-42f5-b555-a920d570b78e" providerId="ADAL" clId="{6C74F4E7-DCC5-4FF0-AD07-4071DC3F7955}" dt="2023-02-17T11:49:46.484" v="202" actId="26606"/>
          <ac:spMkLst>
            <pc:docMk/>
            <pc:sldMk cId="1930984144" sldId="273"/>
            <ac:spMk id="1059" creationId="{57C8F81B-247C-4BBE-B1EB-87BB33C8A7D1}"/>
          </ac:spMkLst>
        </pc:spChg>
        <pc:spChg chg="add del">
          <ac:chgData name="Mallik, Anisha" userId="4e230629-da67-42f5-b555-a920d570b78e" providerId="ADAL" clId="{6C74F4E7-DCC5-4FF0-AD07-4071DC3F7955}" dt="2023-02-17T11:51:25.849" v="206" actId="26606"/>
          <ac:spMkLst>
            <pc:docMk/>
            <pc:sldMk cId="1930984144" sldId="273"/>
            <ac:spMk id="1061" creationId="{8A94871E-96FC-4ADE-815B-41A636E34F1A}"/>
          </ac:spMkLst>
        </pc:spChg>
        <pc:spChg chg="add del">
          <ac:chgData name="Mallik, Anisha" userId="4e230629-da67-42f5-b555-a920d570b78e" providerId="ADAL" clId="{6C74F4E7-DCC5-4FF0-AD07-4071DC3F7955}" dt="2023-02-17T11:51:25.849" v="206" actId="26606"/>
          <ac:spMkLst>
            <pc:docMk/>
            <pc:sldMk cId="1930984144" sldId="273"/>
            <ac:spMk id="1062" creationId="{3FCFB1DE-0B7E-48CC-BA90-B2AB0889F9D6}"/>
          </ac:spMkLst>
        </pc:spChg>
        <pc:picChg chg="add del mod">
          <ac:chgData name="Mallik, Anisha" userId="4e230629-da67-42f5-b555-a920d570b78e" providerId="ADAL" clId="{6C74F4E7-DCC5-4FF0-AD07-4071DC3F7955}" dt="2023-02-17T11:51:26.529" v="207"/>
          <ac:picMkLst>
            <pc:docMk/>
            <pc:sldMk cId="1930984144" sldId="273"/>
            <ac:picMk id="3" creationId="{8E0D4537-0A8A-D130-5C18-4E0D9AE3134B}"/>
          </ac:picMkLst>
        </pc:picChg>
        <pc:picChg chg="add del mod ord">
          <ac:chgData name="Mallik, Anisha" userId="4e230629-da67-42f5-b555-a920d570b78e" providerId="ADAL" clId="{6C74F4E7-DCC5-4FF0-AD07-4071DC3F7955}" dt="2023-02-17T11:51:48.264" v="225" actId="21"/>
          <ac:picMkLst>
            <pc:docMk/>
            <pc:sldMk cId="1930984144" sldId="273"/>
            <ac:picMk id="1026" creationId="{8833886F-0C17-B06C-E7F3-8256603017BB}"/>
          </ac:picMkLst>
        </pc:picChg>
        <pc:picChg chg="add mod">
          <ac:chgData name="Mallik, Anisha" userId="4e230629-da67-42f5-b555-a920d570b78e" providerId="ADAL" clId="{6C74F4E7-DCC5-4FF0-AD07-4071DC3F7955}" dt="2023-02-26T21:46:06.815" v="699" actId="14100"/>
          <ac:picMkLst>
            <pc:docMk/>
            <pc:sldMk cId="1930984144" sldId="273"/>
            <ac:picMk id="1028" creationId="{5F6C585E-6839-37E8-55C4-7F56EA497575}"/>
          </ac:picMkLst>
        </pc:picChg>
        <pc:cxnChg chg="add del">
          <ac:chgData name="Mallik, Anisha" userId="4e230629-da67-42f5-b555-a920d570b78e" providerId="ADAL" clId="{6C74F4E7-DCC5-4FF0-AD07-4071DC3F7955}" dt="2023-02-17T12:03:30.452" v="343" actId="26606"/>
          <ac:cxnSpMkLst>
            <pc:docMk/>
            <pc:sldMk cId="1930984144" sldId="273"/>
            <ac:cxnSpMk id="1035" creationId="{040575EE-C594-4566-BC00-663004E52AB5}"/>
          </ac:cxnSpMkLst>
        </pc:cxnChg>
      </pc:sldChg>
      <pc:sldChg chg="addSp delSp modSp new mod setBg setClrOvrMap delDesignElem">
        <pc:chgData name="Mallik, Anisha" userId="4e230629-da67-42f5-b555-a920d570b78e" providerId="ADAL" clId="{6C74F4E7-DCC5-4FF0-AD07-4071DC3F7955}" dt="2023-02-26T21:50:31.436" v="754"/>
        <pc:sldMkLst>
          <pc:docMk/>
          <pc:sldMk cId="3959650267" sldId="274"/>
        </pc:sldMkLst>
        <pc:spChg chg="add mod ord">
          <ac:chgData name="Mallik, Anisha" userId="4e230629-da67-42f5-b555-a920d570b78e" providerId="ADAL" clId="{6C74F4E7-DCC5-4FF0-AD07-4071DC3F7955}" dt="2023-02-17T12:10:43.652" v="393" actId="1076"/>
          <ac:spMkLst>
            <pc:docMk/>
            <pc:sldMk cId="3959650267" sldId="274"/>
            <ac:spMk id="2" creationId="{379FA4A1-7358-00B0-46CB-F2794615869E}"/>
          </ac:spMkLst>
        </pc:spChg>
        <pc:spChg chg="add del">
          <ac:chgData name="Mallik, Anisha" userId="4e230629-da67-42f5-b555-a920d570b78e" providerId="ADAL" clId="{6C74F4E7-DCC5-4FF0-AD07-4071DC3F7955}" dt="2023-02-17T12:00:19.030" v="305" actId="26606"/>
          <ac:spMkLst>
            <pc:docMk/>
            <pc:sldMk cId="3959650267" sldId="274"/>
            <ac:spMk id="9" creationId="{D4771268-CB57-404A-9271-370EB28F6090}"/>
          </ac:spMkLst>
        </pc:spChg>
        <pc:spChg chg="add del">
          <ac:chgData name="Mallik, Anisha" userId="4e230629-da67-42f5-b555-a920d570b78e" providerId="ADAL" clId="{6C74F4E7-DCC5-4FF0-AD07-4071DC3F7955}" dt="2023-02-17T12:00:36.244" v="308" actId="26606"/>
          <ac:spMkLst>
            <pc:docMk/>
            <pc:sldMk cId="3959650267" sldId="274"/>
            <ac:spMk id="14" creationId="{D12DDE76-C203-4047-9998-63900085B5E8}"/>
          </ac:spMkLst>
        </pc:spChg>
        <pc:spChg chg="add del">
          <ac:chgData name="Mallik, Anisha" userId="4e230629-da67-42f5-b555-a920d570b78e" providerId="ADAL" clId="{6C74F4E7-DCC5-4FF0-AD07-4071DC3F7955}" dt="2023-02-17T12:01:43.292" v="327" actId="26606"/>
          <ac:spMkLst>
            <pc:docMk/>
            <pc:sldMk cId="3959650267" sldId="274"/>
            <ac:spMk id="19" creationId="{A4AC5506-6312-4701-8D3C-40187889A947}"/>
          </ac:spMkLst>
        </pc:spChg>
        <pc:spChg chg="add del">
          <ac:chgData name="Mallik, Anisha" userId="4e230629-da67-42f5-b555-a920d570b78e" providerId="ADAL" clId="{6C74F4E7-DCC5-4FF0-AD07-4071DC3F7955}" dt="2023-02-17T12:01:43.286" v="326" actId="26606"/>
          <ac:spMkLst>
            <pc:docMk/>
            <pc:sldMk cId="3959650267" sldId="274"/>
            <ac:spMk id="21" creationId="{1825AC39-5F85-4CAA-8A81-A1287086B2B6}"/>
          </ac:spMkLst>
        </pc:spChg>
        <pc:spChg chg="add del">
          <ac:chgData name="Mallik, Anisha" userId="4e230629-da67-42f5-b555-a920d570b78e" providerId="ADAL" clId="{6C74F4E7-DCC5-4FF0-AD07-4071DC3F7955}" dt="2023-02-17T12:01:43.286" v="326" actId="26606"/>
          <ac:spMkLst>
            <pc:docMk/>
            <pc:sldMk cId="3959650267" sldId="274"/>
            <ac:spMk id="22" creationId="{95DA4D23-37FC-4B90-8188-F0377C5FF44B}"/>
          </ac:spMkLst>
        </pc:spChg>
        <pc:spChg chg="add del">
          <ac:chgData name="Mallik, Anisha" userId="4e230629-da67-42f5-b555-a920d570b78e" providerId="ADAL" clId="{6C74F4E7-DCC5-4FF0-AD07-4071DC3F7955}" dt="2023-02-17T12:01:43.286" v="326" actId="26606"/>
          <ac:spMkLst>
            <pc:docMk/>
            <pc:sldMk cId="3959650267" sldId="274"/>
            <ac:spMk id="23" creationId="{A7A4B465-FBCC-4CD4-89A1-82992A7B47FF}"/>
          </ac:spMkLst>
        </pc:spChg>
        <pc:spChg chg="add del">
          <ac:chgData name="Mallik, Anisha" userId="4e230629-da67-42f5-b555-a920d570b78e" providerId="ADAL" clId="{6C74F4E7-DCC5-4FF0-AD07-4071DC3F7955}" dt="2023-02-17T12:01:20.531" v="314" actId="26606"/>
          <ac:spMkLst>
            <pc:docMk/>
            <pc:sldMk cId="3959650267" sldId="274"/>
            <ac:spMk id="24" creationId="{A8384FB5-9ADC-4DDC-881B-597D56F5B15D}"/>
          </ac:spMkLst>
        </pc:spChg>
        <pc:spChg chg="add del">
          <ac:chgData name="Mallik, Anisha" userId="4e230629-da67-42f5-b555-a920d570b78e" providerId="ADAL" clId="{6C74F4E7-DCC5-4FF0-AD07-4071DC3F7955}" dt="2023-02-17T12:01:43.286" v="326" actId="26606"/>
          <ac:spMkLst>
            <pc:docMk/>
            <pc:sldMk cId="3959650267" sldId="274"/>
            <ac:spMk id="25" creationId="{909E572F-9CDC-4214-9D42-FF0017649590}"/>
          </ac:spMkLst>
        </pc:spChg>
        <pc:spChg chg="add del">
          <ac:chgData name="Mallik, Anisha" userId="4e230629-da67-42f5-b555-a920d570b78e" providerId="ADAL" clId="{6C74F4E7-DCC5-4FF0-AD07-4071DC3F7955}" dt="2023-02-17T12:01:20.531" v="314" actId="26606"/>
          <ac:spMkLst>
            <pc:docMk/>
            <pc:sldMk cId="3959650267" sldId="274"/>
            <ac:spMk id="26" creationId="{1199E1B1-A8C0-4FE8-A5A8-1CB41D69F857}"/>
          </ac:spMkLst>
        </pc:spChg>
        <pc:spChg chg="add del">
          <ac:chgData name="Mallik, Anisha" userId="4e230629-da67-42f5-b555-a920d570b78e" providerId="ADAL" clId="{6C74F4E7-DCC5-4FF0-AD07-4071DC3F7955}" dt="2023-02-26T21:50:31.436" v="754"/>
          <ac:spMkLst>
            <pc:docMk/>
            <pc:sldMk cId="3959650267" sldId="274"/>
            <ac:spMk id="27" creationId="{A4AC5506-6312-4701-8D3C-40187889A947}"/>
          </ac:spMkLst>
        </pc:spChg>
        <pc:spChg chg="add del">
          <ac:chgData name="Mallik, Anisha" userId="4e230629-da67-42f5-b555-a920d570b78e" providerId="ADAL" clId="{6C74F4E7-DCC5-4FF0-AD07-4071DC3F7955}" dt="2023-02-17T12:01:20.531" v="314" actId="26606"/>
          <ac:spMkLst>
            <pc:docMk/>
            <pc:sldMk cId="3959650267" sldId="274"/>
            <ac:spMk id="28" creationId="{84A8DE83-DE75-4B41-9DB4-A7EC0B0DEC0B}"/>
          </ac:spMkLst>
        </pc:spChg>
        <pc:spChg chg="add del">
          <ac:chgData name="Mallik, Anisha" userId="4e230629-da67-42f5-b555-a920d570b78e" providerId="ADAL" clId="{6C74F4E7-DCC5-4FF0-AD07-4071DC3F7955}" dt="2023-02-17T12:01:20.531" v="314" actId="26606"/>
          <ac:spMkLst>
            <pc:docMk/>
            <pc:sldMk cId="3959650267" sldId="274"/>
            <ac:spMk id="30" creationId="{A7009A0A-BEF5-4EAC-AF15-E4F9F002E239}"/>
          </ac:spMkLst>
        </pc:spChg>
        <pc:spChg chg="add del">
          <ac:chgData name="Mallik, Anisha" userId="4e230629-da67-42f5-b555-a920d570b78e" providerId="ADAL" clId="{6C74F4E7-DCC5-4FF0-AD07-4071DC3F7955}" dt="2023-02-17T12:01:21.679" v="316" actId="26606"/>
          <ac:spMkLst>
            <pc:docMk/>
            <pc:sldMk cId="3959650267" sldId="274"/>
            <ac:spMk id="32" creationId="{F0DCC097-1DB8-4B6D-85D0-6FBA0E1CA4BA}"/>
          </ac:spMkLst>
        </pc:spChg>
        <pc:spChg chg="add del">
          <ac:chgData name="Mallik, Anisha" userId="4e230629-da67-42f5-b555-a920d570b78e" providerId="ADAL" clId="{6C74F4E7-DCC5-4FF0-AD07-4071DC3F7955}" dt="2023-02-17T12:01:21.679" v="316" actId="26606"/>
          <ac:spMkLst>
            <pc:docMk/>
            <pc:sldMk cId="3959650267" sldId="274"/>
            <ac:spMk id="33" creationId="{E0B58608-23C8-4441-994D-C6823EEE1DB7}"/>
          </ac:spMkLst>
        </pc:spChg>
        <pc:spChg chg="add del">
          <ac:chgData name="Mallik, Anisha" userId="4e230629-da67-42f5-b555-a920d570b78e" providerId="ADAL" clId="{6C74F4E7-DCC5-4FF0-AD07-4071DC3F7955}" dt="2023-02-17T12:01:23.280" v="318" actId="26606"/>
          <ac:spMkLst>
            <pc:docMk/>
            <pc:sldMk cId="3959650267" sldId="274"/>
            <ac:spMk id="35" creationId="{D4771268-CB57-404A-9271-370EB28F6090}"/>
          </ac:spMkLst>
        </pc:spChg>
        <pc:spChg chg="add del">
          <ac:chgData name="Mallik, Anisha" userId="4e230629-da67-42f5-b555-a920d570b78e" providerId="ADAL" clId="{6C74F4E7-DCC5-4FF0-AD07-4071DC3F7955}" dt="2023-02-17T12:01:25.836" v="320" actId="26606"/>
          <ac:spMkLst>
            <pc:docMk/>
            <pc:sldMk cId="3959650267" sldId="274"/>
            <ac:spMk id="37" creationId="{A4AC5506-6312-4701-8D3C-40187889A947}"/>
          </ac:spMkLst>
        </pc:spChg>
        <pc:spChg chg="add del">
          <ac:chgData name="Mallik, Anisha" userId="4e230629-da67-42f5-b555-a920d570b78e" providerId="ADAL" clId="{6C74F4E7-DCC5-4FF0-AD07-4071DC3F7955}" dt="2023-02-17T12:01:30.960" v="322" actId="26606"/>
          <ac:spMkLst>
            <pc:docMk/>
            <pc:sldMk cId="3959650267" sldId="274"/>
            <ac:spMk id="39" creationId="{B547373F-AF2E-4907-B442-9F902B387FD0}"/>
          </ac:spMkLst>
        </pc:spChg>
        <pc:picChg chg="add mod modCrop">
          <ac:chgData name="Mallik, Anisha" userId="4e230629-da67-42f5-b555-a920d570b78e" providerId="ADAL" clId="{6C74F4E7-DCC5-4FF0-AD07-4071DC3F7955}" dt="2023-02-17T12:11:01.295" v="397" actId="14100"/>
          <ac:picMkLst>
            <pc:docMk/>
            <pc:sldMk cId="3959650267" sldId="274"/>
            <ac:picMk id="4" creationId="{B81AFF31-18EE-FAA1-71C4-C0A9E2D463B5}"/>
          </ac:picMkLst>
        </pc:picChg>
      </pc:sldChg>
      <pc:sldChg chg="addSp delSp modSp new mod setBg delDesignElem">
        <pc:chgData name="Mallik, Anisha" userId="4e230629-da67-42f5-b555-a920d570b78e" providerId="ADAL" clId="{6C74F4E7-DCC5-4FF0-AD07-4071DC3F7955}" dt="2023-02-26T21:50:31.436" v="754"/>
        <pc:sldMkLst>
          <pc:docMk/>
          <pc:sldMk cId="1686924460" sldId="275"/>
        </pc:sldMkLst>
        <pc:spChg chg="add mod">
          <ac:chgData name="Mallik, Anisha" userId="4e230629-da67-42f5-b555-a920d570b78e" providerId="ADAL" clId="{6C74F4E7-DCC5-4FF0-AD07-4071DC3F7955}" dt="2023-02-17T12:07:18.336" v="381" actId="26606"/>
          <ac:spMkLst>
            <pc:docMk/>
            <pc:sldMk cId="1686924460" sldId="275"/>
            <ac:spMk id="2" creationId="{6C404372-41F4-6731-99FE-CBDFEB8C291A}"/>
          </ac:spMkLst>
        </pc:spChg>
        <pc:spChg chg="add del">
          <ac:chgData name="Mallik, Anisha" userId="4e230629-da67-42f5-b555-a920d570b78e" providerId="ADAL" clId="{6C74F4E7-DCC5-4FF0-AD07-4071DC3F7955}" dt="2023-02-26T21:50:31.436" v="754"/>
          <ac:spMkLst>
            <pc:docMk/>
            <pc:sldMk cId="1686924460" sldId="275"/>
            <ac:spMk id="2055" creationId="{6753252F-4873-4F63-801D-CC719279A7D5}"/>
          </ac:spMkLst>
        </pc:spChg>
        <pc:spChg chg="add del">
          <ac:chgData name="Mallik, Anisha" userId="4e230629-da67-42f5-b555-a920d570b78e" providerId="ADAL" clId="{6C74F4E7-DCC5-4FF0-AD07-4071DC3F7955}" dt="2023-02-26T21:50:31.436" v="754"/>
          <ac:spMkLst>
            <pc:docMk/>
            <pc:sldMk cId="1686924460" sldId="275"/>
            <ac:spMk id="2057" creationId="{047C8CCB-F95D-4249-92DD-651249D3535A}"/>
          </ac:spMkLst>
        </pc:spChg>
        <pc:picChg chg="add del mod">
          <ac:chgData name="Mallik, Anisha" userId="4e230629-da67-42f5-b555-a920d570b78e" providerId="ADAL" clId="{6C74F4E7-DCC5-4FF0-AD07-4071DC3F7955}" dt="2023-02-17T12:07:30.115" v="386" actId="14100"/>
          <ac:picMkLst>
            <pc:docMk/>
            <pc:sldMk cId="1686924460" sldId="275"/>
            <ac:picMk id="2050" creationId="{19720D5C-D7DE-B95B-28B0-ABFF0D147AE0}"/>
          </ac:picMkLst>
        </pc:picChg>
      </pc:sldChg>
      <pc:sldChg chg="addSp delSp modSp new del mod setBg">
        <pc:chgData name="Mallik, Anisha" userId="4e230629-da67-42f5-b555-a920d570b78e" providerId="ADAL" clId="{6C74F4E7-DCC5-4FF0-AD07-4071DC3F7955}" dt="2023-02-17T12:22:48.243" v="526" actId="2696"/>
        <pc:sldMkLst>
          <pc:docMk/>
          <pc:sldMk cId="1228828680" sldId="276"/>
        </pc:sldMkLst>
        <pc:spChg chg="add del mod">
          <ac:chgData name="Mallik, Anisha" userId="4e230629-da67-42f5-b555-a920d570b78e" providerId="ADAL" clId="{6C74F4E7-DCC5-4FF0-AD07-4071DC3F7955}" dt="2023-02-17T12:22:37.903" v="525" actId="21"/>
          <ac:spMkLst>
            <pc:docMk/>
            <pc:sldMk cId="1228828680" sldId="276"/>
            <ac:spMk id="2" creationId="{5BB6B264-C71B-4E8C-89F1-93FBECA83A20}"/>
          </ac:spMkLst>
        </pc:spChg>
        <pc:spChg chg="add mod">
          <ac:chgData name="Mallik, Anisha" userId="4e230629-da67-42f5-b555-a920d570b78e" providerId="ADAL" clId="{6C74F4E7-DCC5-4FF0-AD07-4071DC3F7955}" dt="2023-02-17T12:22:26.767" v="524" actId="255"/>
          <ac:spMkLst>
            <pc:docMk/>
            <pc:sldMk cId="1228828680" sldId="276"/>
            <ac:spMk id="5" creationId="{367C1212-E97A-0089-78FC-7D726BCC5E11}"/>
          </ac:spMkLst>
        </pc:spChg>
        <pc:spChg chg="add">
          <ac:chgData name="Mallik, Anisha" userId="4e230629-da67-42f5-b555-a920d570b78e" providerId="ADAL" clId="{6C74F4E7-DCC5-4FF0-AD07-4071DC3F7955}" dt="2023-02-17T12:14:19.648" v="429" actId="26606"/>
          <ac:spMkLst>
            <pc:docMk/>
            <pc:sldMk cId="1228828680" sldId="276"/>
            <ac:spMk id="9" creationId="{6753252F-4873-4F63-801D-CC719279A7D5}"/>
          </ac:spMkLst>
        </pc:spChg>
        <pc:spChg chg="add">
          <ac:chgData name="Mallik, Anisha" userId="4e230629-da67-42f5-b555-a920d570b78e" providerId="ADAL" clId="{6C74F4E7-DCC5-4FF0-AD07-4071DC3F7955}" dt="2023-02-17T12:14:19.648" v="429" actId="26606"/>
          <ac:spMkLst>
            <pc:docMk/>
            <pc:sldMk cId="1228828680" sldId="276"/>
            <ac:spMk id="11" creationId="{047C8CCB-F95D-4249-92DD-651249D3535A}"/>
          </ac:spMkLst>
        </pc:spChg>
        <pc:picChg chg="add mod modCrop">
          <ac:chgData name="Mallik, Anisha" userId="4e230629-da67-42f5-b555-a920d570b78e" providerId="ADAL" clId="{6C74F4E7-DCC5-4FF0-AD07-4071DC3F7955}" dt="2023-02-17T12:14:49.482" v="437" actId="14100"/>
          <ac:picMkLst>
            <pc:docMk/>
            <pc:sldMk cId="1228828680" sldId="276"/>
            <ac:picMk id="4" creationId="{7859F4B7-74AB-7675-DDBE-CEC9007C7456}"/>
          </ac:picMkLst>
        </pc:picChg>
      </pc:sldChg>
      <pc:sldChg chg="addSp delSp modSp new mod ord setBg delDesignElem">
        <pc:chgData name="Mallik, Anisha" userId="4e230629-da67-42f5-b555-a920d570b78e" providerId="ADAL" clId="{6C74F4E7-DCC5-4FF0-AD07-4071DC3F7955}" dt="2023-02-26T21:50:31.436" v="754"/>
        <pc:sldMkLst>
          <pc:docMk/>
          <pc:sldMk cId="531430100" sldId="277"/>
        </pc:sldMkLst>
        <pc:spChg chg="add mod">
          <ac:chgData name="Mallik, Anisha" userId="4e230629-da67-42f5-b555-a920d570b78e" providerId="ADAL" clId="{6C74F4E7-DCC5-4FF0-AD07-4071DC3F7955}" dt="2023-02-17T12:22:13.150" v="523" actId="20577"/>
          <ac:spMkLst>
            <pc:docMk/>
            <pc:sldMk cId="531430100" sldId="277"/>
            <ac:spMk id="4" creationId="{2DA42004-A57E-C75A-4C43-A4E205215804}"/>
          </ac:spMkLst>
        </pc:spChg>
        <pc:spChg chg="add del">
          <ac:chgData name="Mallik, Anisha" userId="4e230629-da67-42f5-b555-a920d570b78e" providerId="ADAL" clId="{6C74F4E7-DCC5-4FF0-AD07-4071DC3F7955}" dt="2023-02-26T21:50:31.436" v="754"/>
          <ac:spMkLst>
            <pc:docMk/>
            <pc:sldMk cId="531430100" sldId="277"/>
            <ac:spMk id="8" creationId="{F3060C83-F051-4F0E-ABAD-AA0DFC48B218}"/>
          </ac:spMkLst>
        </pc:spChg>
        <pc:spChg chg="add del">
          <ac:chgData name="Mallik, Anisha" userId="4e230629-da67-42f5-b555-a920d570b78e" providerId="ADAL" clId="{6C74F4E7-DCC5-4FF0-AD07-4071DC3F7955}" dt="2023-02-26T21:50:31.436" v="754"/>
          <ac:spMkLst>
            <pc:docMk/>
            <pc:sldMk cId="531430100" sldId="277"/>
            <ac:spMk id="10" creationId="{83C98ABE-055B-441F-B07E-44F97F083C39}"/>
          </ac:spMkLst>
        </pc:spChg>
        <pc:spChg chg="add del">
          <ac:chgData name="Mallik, Anisha" userId="4e230629-da67-42f5-b555-a920d570b78e" providerId="ADAL" clId="{6C74F4E7-DCC5-4FF0-AD07-4071DC3F7955}" dt="2023-02-26T21:50:31.436" v="754"/>
          <ac:spMkLst>
            <pc:docMk/>
            <pc:sldMk cId="531430100" sldId="277"/>
            <ac:spMk id="12" creationId="{29FDB030-9B49-4CED-8CCD-4D99382388AC}"/>
          </ac:spMkLst>
        </pc:spChg>
        <pc:spChg chg="add del">
          <ac:chgData name="Mallik, Anisha" userId="4e230629-da67-42f5-b555-a920d570b78e" providerId="ADAL" clId="{6C74F4E7-DCC5-4FF0-AD07-4071DC3F7955}" dt="2023-02-26T21:50:31.436" v="754"/>
          <ac:spMkLst>
            <pc:docMk/>
            <pc:sldMk cId="531430100" sldId="277"/>
            <ac:spMk id="14" creationId="{3783CA14-24A1-485C-8B30-D6A5D87987AD}"/>
          </ac:spMkLst>
        </pc:spChg>
        <pc:spChg chg="add del">
          <ac:chgData name="Mallik, Anisha" userId="4e230629-da67-42f5-b555-a920d570b78e" providerId="ADAL" clId="{6C74F4E7-DCC5-4FF0-AD07-4071DC3F7955}" dt="2023-02-26T21:50:31.436" v="754"/>
          <ac:spMkLst>
            <pc:docMk/>
            <pc:sldMk cId="531430100" sldId="277"/>
            <ac:spMk id="16" creationId="{9A97C86A-04D6-40F7-AE84-31AB43E6A846}"/>
          </ac:spMkLst>
        </pc:spChg>
        <pc:spChg chg="add del">
          <ac:chgData name="Mallik, Anisha" userId="4e230629-da67-42f5-b555-a920d570b78e" providerId="ADAL" clId="{6C74F4E7-DCC5-4FF0-AD07-4071DC3F7955}" dt="2023-02-26T21:50:31.436" v="754"/>
          <ac:spMkLst>
            <pc:docMk/>
            <pc:sldMk cId="531430100" sldId="277"/>
            <ac:spMk id="18" creationId="{FF9F2414-84E8-453E-B1F3-389FDE8192D9}"/>
          </ac:spMkLst>
        </pc:spChg>
        <pc:spChg chg="add del">
          <ac:chgData name="Mallik, Anisha" userId="4e230629-da67-42f5-b555-a920d570b78e" providerId="ADAL" clId="{6C74F4E7-DCC5-4FF0-AD07-4071DC3F7955}" dt="2023-02-26T21:50:31.436" v="754"/>
          <ac:spMkLst>
            <pc:docMk/>
            <pc:sldMk cId="531430100" sldId="277"/>
            <ac:spMk id="20" creationId="{3ECA69A1-7536-43AC-85EF-C7106179F5ED}"/>
          </ac:spMkLst>
        </pc:spChg>
        <pc:picChg chg="add mod modCrop">
          <ac:chgData name="Mallik, Anisha" userId="4e230629-da67-42f5-b555-a920d570b78e" providerId="ADAL" clId="{6C74F4E7-DCC5-4FF0-AD07-4071DC3F7955}" dt="2023-02-17T12:18:24.285" v="465" actId="14100"/>
          <ac:picMkLst>
            <pc:docMk/>
            <pc:sldMk cId="531430100" sldId="277"/>
            <ac:picMk id="3" creationId="{53E9F647-9CCC-6293-B7FA-5489F5B5DD95}"/>
          </ac:picMkLst>
        </pc:picChg>
      </pc:sldChg>
      <pc:sldChg chg="addSp delSp modSp new mod setBg delDesignElem">
        <pc:chgData name="Mallik, Anisha" userId="4e230629-da67-42f5-b555-a920d570b78e" providerId="ADAL" clId="{6C74F4E7-DCC5-4FF0-AD07-4071DC3F7955}" dt="2023-02-26T21:50:31.436" v="754"/>
        <pc:sldMkLst>
          <pc:docMk/>
          <pc:sldMk cId="2633822403" sldId="278"/>
        </pc:sldMkLst>
        <pc:spChg chg="add mod">
          <ac:chgData name="Mallik, Anisha" userId="4e230629-da67-42f5-b555-a920d570b78e" providerId="ADAL" clId="{6C74F4E7-DCC5-4FF0-AD07-4071DC3F7955}" dt="2023-02-17T12:22:07.303" v="521" actId="20577"/>
          <ac:spMkLst>
            <pc:docMk/>
            <pc:sldMk cId="2633822403" sldId="278"/>
            <ac:spMk id="4" creationId="{82E5D0CE-3B0B-A9A3-6719-36289ECAD86D}"/>
          </ac:spMkLst>
        </pc:spChg>
        <pc:spChg chg="add del">
          <ac:chgData name="Mallik, Anisha" userId="4e230629-da67-42f5-b555-a920d570b78e" providerId="ADAL" clId="{6C74F4E7-DCC5-4FF0-AD07-4071DC3F7955}" dt="2023-02-26T21:50:31.436" v="754"/>
          <ac:spMkLst>
            <pc:docMk/>
            <pc:sldMk cId="2633822403" sldId="278"/>
            <ac:spMk id="8" creationId="{F3060C83-F051-4F0E-ABAD-AA0DFC48B218}"/>
          </ac:spMkLst>
        </pc:spChg>
        <pc:spChg chg="add del">
          <ac:chgData name="Mallik, Anisha" userId="4e230629-da67-42f5-b555-a920d570b78e" providerId="ADAL" clId="{6C74F4E7-DCC5-4FF0-AD07-4071DC3F7955}" dt="2023-02-26T21:50:31.436" v="754"/>
          <ac:spMkLst>
            <pc:docMk/>
            <pc:sldMk cId="2633822403" sldId="278"/>
            <ac:spMk id="10" creationId="{83C98ABE-055B-441F-B07E-44F97F083C39}"/>
          </ac:spMkLst>
        </pc:spChg>
        <pc:spChg chg="add del">
          <ac:chgData name="Mallik, Anisha" userId="4e230629-da67-42f5-b555-a920d570b78e" providerId="ADAL" clId="{6C74F4E7-DCC5-4FF0-AD07-4071DC3F7955}" dt="2023-02-26T21:50:31.436" v="754"/>
          <ac:spMkLst>
            <pc:docMk/>
            <pc:sldMk cId="2633822403" sldId="278"/>
            <ac:spMk id="12" creationId="{29FDB030-9B49-4CED-8CCD-4D99382388AC}"/>
          </ac:spMkLst>
        </pc:spChg>
        <pc:spChg chg="add del">
          <ac:chgData name="Mallik, Anisha" userId="4e230629-da67-42f5-b555-a920d570b78e" providerId="ADAL" clId="{6C74F4E7-DCC5-4FF0-AD07-4071DC3F7955}" dt="2023-02-26T21:50:31.436" v="754"/>
          <ac:spMkLst>
            <pc:docMk/>
            <pc:sldMk cId="2633822403" sldId="278"/>
            <ac:spMk id="14" creationId="{3783CA14-24A1-485C-8B30-D6A5D87987AD}"/>
          </ac:spMkLst>
        </pc:spChg>
        <pc:spChg chg="add del">
          <ac:chgData name="Mallik, Anisha" userId="4e230629-da67-42f5-b555-a920d570b78e" providerId="ADAL" clId="{6C74F4E7-DCC5-4FF0-AD07-4071DC3F7955}" dt="2023-02-26T21:50:31.436" v="754"/>
          <ac:spMkLst>
            <pc:docMk/>
            <pc:sldMk cId="2633822403" sldId="278"/>
            <ac:spMk id="16" creationId="{9A97C86A-04D6-40F7-AE84-31AB43E6A846}"/>
          </ac:spMkLst>
        </pc:spChg>
        <pc:spChg chg="add del">
          <ac:chgData name="Mallik, Anisha" userId="4e230629-da67-42f5-b555-a920d570b78e" providerId="ADAL" clId="{6C74F4E7-DCC5-4FF0-AD07-4071DC3F7955}" dt="2023-02-26T21:50:31.436" v="754"/>
          <ac:spMkLst>
            <pc:docMk/>
            <pc:sldMk cId="2633822403" sldId="278"/>
            <ac:spMk id="18" creationId="{FF9F2414-84E8-453E-B1F3-389FDE8192D9}"/>
          </ac:spMkLst>
        </pc:spChg>
        <pc:spChg chg="add del">
          <ac:chgData name="Mallik, Anisha" userId="4e230629-da67-42f5-b555-a920d570b78e" providerId="ADAL" clId="{6C74F4E7-DCC5-4FF0-AD07-4071DC3F7955}" dt="2023-02-26T21:50:31.436" v="754"/>
          <ac:spMkLst>
            <pc:docMk/>
            <pc:sldMk cId="2633822403" sldId="278"/>
            <ac:spMk id="20" creationId="{3ECA69A1-7536-43AC-85EF-C7106179F5ED}"/>
          </ac:spMkLst>
        </pc:spChg>
        <pc:picChg chg="add mod modCrop">
          <ac:chgData name="Mallik, Anisha" userId="4e230629-da67-42f5-b555-a920d570b78e" providerId="ADAL" clId="{6C74F4E7-DCC5-4FF0-AD07-4071DC3F7955}" dt="2023-02-17T12:21:03.135" v="495" actId="14100"/>
          <ac:picMkLst>
            <pc:docMk/>
            <pc:sldMk cId="2633822403" sldId="278"/>
            <ac:picMk id="3" creationId="{981F39C2-6FDF-ED2F-76CE-BB60404FD323}"/>
          </ac:picMkLst>
        </pc:picChg>
      </pc:sldChg>
      <pc:sldChg chg="addSp delSp modSp new mod setBg delDesignElem">
        <pc:chgData name="Mallik, Anisha" userId="4e230629-da67-42f5-b555-a920d570b78e" providerId="ADAL" clId="{6C74F4E7-DCC5-4FF0-AD07-4071DC3F7955}" dt="2023-02-26T21:50:31.436" v="754"/>
        <pc:sldMkLst>
          <pc:docMk/>
          <pc:sldMk cId="3195560528" sldId="279"/>
        </pc:sldMkLst>
        <pc:spChg chg="add mod">
          <ac:chgData name="Mallik, Anisha" userId="4e230629-da67-42f5-b555-a920d570b78e" providerId="ADAL" clId="{6C74F4E7-DCC5-4FF0-AD07-4071DC3F7955}" dt="2023-02-17T12:25:30.240" v="572" actId="115"/>
          <ac:spMkLst>
            <pc:docMk/>
            <pc:sldMk cId="3195560528" sldId="279"/>
            <ac:spMk id="4" creationId="{7FEDF214-1684-CA4D-A7A4-A12ECF503AFE}"/>
          </ac:spMkLst>
        </pc:spChg>
        <pc:spChg chg="add mod">
          <ac:chgData name="Mallik, Anisha" userId="4e230629-da67-42f5-b555-a920d570b78e" providerId="ADAL" clId="{6C74F4E7-DCC5-4FF0-AD07-4071DC3F7955}" dt="2023-02-17T12:25:22.536" v="571" actId="20577"/>
          <ac:spMkLst>
            <pc:docMk/>
            <pc:sldMk cId="3195560528" sldId="279"/>
            <ac:spMk id="5" creationId="{3983CAB9-5FAC-10F5-45AD-9F4481848DE9}"/>
          </ac:spMkLst>
        </pc:spChg>
        <pc:spChg chg="add del">
          <ac:chgData name="Mallik, Anisha" userId="4e230629-da67-42f5-b555-a920d570b78e" providerId="ADAL" clId="{6C74F4E7-DCC5-4FF0-AD07-4071DC3F7955}" dt="2023-02-26T21:50:31.436" v="754"/>
          <ac:spMkLst>
            <pc:docMk/>
            <pc:sldMk cId="3195560528" sldId="279"/>
            <ac:spMk id="8" creationId="{F3060C83-F051-4F0E-ABAD-AA0DFC48B218}"/>
          </ac:spMkLst>
        </pc:spChg>
        <pc:spChg chg="add del">
          <ac:chgData name="Mallik, Anisha" userId="4e230629-da67-42f5-b555-a920d570b78e" providerId="ADAL" clId="{6C74F4E7-DCC5-4FF0-AD07-4071DC3F7955}" dt="2023-02-26T21:50:31.436" v="754"/>
          <ac:spMkLst>
            <pc:docMk/>
            <pc:sldMk cId="3195560528" sldId="279"/>
            <ac:spMk id="10" creationId="{83C98ABE-055B-441F-B07E-44F97F083C39}"/>
          </ac:spMkLst>
        </pc:spChg>
        <pc:spChg chg="add del">
          <ac:chgData name="Mallik, Anisha" userId="4e230629-da67-42f5-b555-a920d570b78e" providerId="ADAL" clId="{6C74F4E7-DCC5-4FF0-AD07-4071DC3F7955}" dt="2023-02-26T21:50:31.436" v="754"/>
          <ac:spMkLst>
            <pc:docMk/>
            <pc:sldMk cId="3195560528" sldId="279"/>
            <ac:spMk id="12" creationId="{29FDB030-9B49-4CED-8CCD-4D99382388AC}"/>
          </ac:spMkLst>
        </pc:spChg>
        <pc:spChg chg="add del">
          <ac:chgData name="Mallik, Anisha" userId="4e230629-da67-42f5-b555-a920d570b78e" providerId="ADAL" clId="{6C74F4E7-DCC5-4FF0-AD07-4071DC3F7955}" dt="2023-02-26T21:50:31.436" v="754"/>
          <ac:spMkLst>
            <pc:docMk/>
            <pc:sldMk cId="3195560528" sldId="279"/>
            <ac:spMk id="14" creationId="{3783CA14-24A1-485C-8B30-D6A5D87987AD}"/>
          </ac:spMkLst>
        </pc:spChg>
        <pc:spChg chg="add del">
          <ac:chgData name="Mallik, Anisha" userId="4e230629-da67-42f5-b555-a920d570b78e" providerId="ADAL" clId="{6C74F4E7-DCC5-4FF0-AD07-4071DC3F7955}" dt="2023-02-26T21:50:31.436" v="754"/>
          <ac:spMkLst>
            <pc:docMk/>
            <pc:sldMk cId="3195560528" sldId="279"/>
            <ac:spMk id="16" creationId="{9A97C86A-04D6-40F7-AE84-31AB43E6A846}"/>
          </ac:spMkLst>
        </pc:spChg>
        <pc:spChg chg="add del">
          <ac:chgData name="Mallik, Anisha" userId="4e230629-da67-42f5-b555-a920d570b78e" providerId="ADAL" clId="{6C74F4E7-DCC5-4FF0-AD07-4071DC3F7955}" dt="2023-02-26T21:50:31.436" v="754"/>
          <ac:spMkLst>
            <pc:docMk/>
            <pc:sldMk cId="3195560528" sldId="279"/>
            <ac:spMk id="18" creationId="{FF9F2414-84E8-453E-B1F3-389FDE8192D9}"/>
          </ac:spMkLst>
        </pc:spChg>
        <pc:spChg chg="add del">
          <ac:chgData name="Mallik, Anisha" userId="4e230629-da67-42f5-b555-a920d570b78e" providerId="ADAL" clId="{6C74F4E7-DCC5-4FF0-AD07-4071DC3F7955}" dt="2023-02-26T21:50:31.436" v="754"/>
          <ac:spMkLst>
            <pc:docMk/>
            <pc:sldMk cId="3195560528" sldId="279"/>
            <ac:spMk id="20" creationId="{3ECA69A1-7536-43AC-85EF-C7106179F5ED}"/>
          </ac:spMkLst>
        </pc:spChg>
        <pc:picChg chg="add mod modCrop">
          <ac:chgData name="Mallik, Anisha" userId="4e230629-da67-42f5-b555-a920d570b78e" providerId="ADAL" clId="{6C74F4E7-DCC5-4FF0-AD07-4071DC3F7955}" dt="2023-02-17T12:24:39.400" v="555" actId="1076"/>
          <ac:picMkLst>
            <pc:docMk/>
            <pc:sldMk cId="3195560528" sldId="279"/>
            <ac:picMk id="3" creationId="{3915D5B1-3D18-58CF-6CCE-48FC5E4109EE}"/>
          </ac:picMkLst>
        </pc:picChg>
      </pc:sldChg>
      <pc:sldChg chg="addSp delSp modSp new mod setBg setClrOvrMap delDesignElem">
        <pc:chgData name="Mallik, Anisha" userId="4e230629-da67-42f5-b555-a920d570b78e" providerId="ADAL" clId="{6C74F4E7-DCC5-4FF0-AD07-4071DC3F7955}" dt="2023-02-26T21:50:31.436" v="754"/>
        <pc:sldMkLst>
          <pc:docMk/>
          <pc:sldMk cId="3570549200" sldId="280"/>
        </pc:sldMkLst>
        <pc:spChg chg="add mod">
          <ac:chgData name="Mallik, Anisha" userId="4e230629-da67-42f5-b555-a920d570b78e" providerId="ADAL" clId="{6C74F4E7-DCC5-4FF0-AD07-4071DC3F7955}" dt="2023-02-26T21:47:16.183" v="718" actId="255"/>
          <ac:spMkLst>
            <pc:docMk/>
            <pc:sldMk cId="3570549200" sldId="280"/>
            <ac:spMk id="2" creationId="{B22EFF32-4B54-83FD-DD42-C5B7DB447B59}"/>
          </ac:spMkLst>
        </pc:spChg>
        <pc:spChg chg="add del">
          <ac:chgData name="Mallik, Anisha" userId="4e230629-da67-42f5-b555-a920d570b78e" providerId="ADAL" clId="{6C74F4E7-DCC5-4FF0-AD07-4071DC3F7955}" dt="2023-02-26T21:50:31.436" v="754"/>
          <ac:spMkLst>
            <pc:docMk/>
            <pc:sldMk cId="3570549200" sldId="280"/>
            <ac:spMk id="4" creationId="{88294908-8B00-4F58-BBBA-20F71A40AA9E}"/>
          </ac:spMkLst>
        </pc:spChg>
        <pc:spChg chg="add del">
          <ac:chgData name="Mallik, Anisha" userId="4e230629-da67-42f5-b555-a920d570b78e" providerId="ADAL" clId="{6C74F4E7-DCC5-4FF0-AD07-4071DC3F7955}" dt="2023-02-26T21:50:31.436" v="754"/>
          <ac:spMkLst>
            <pc:docMk/>
            <pc:sldMk cId="3570549200" sldId="280"/>
            <ac:spMk id="5" creationId="{4364C879-1404-4203-8E9D-CC5DE0A621A2}"/>
          </ac:spMkLst>
        </pc:spChg>
        <pc:spChg chg="add del">
          <ac:chgData name="Mallik, Anisha" userId="4e230629-da67-42f5-b555-a920d570b78e" providerId="ADAL" clId="{6C74F4E7-DCC5-4FF0-AD07-4071DC3F7955}" dt="2023-02-26T21:50:31.436" v="754"/>
          <ac:spMkLst>
            <pc:docMk/>
            <pc:sldMk cId="3570549200" sldId="280"/>
            <ac:spMk id="6" creationId="{84617302-4B0D-4351-A6BB-6F0930D943AC}"/>
          </ac:spMkLst>
        </pc:spChg>
        <pc:spChg chg="add del">
          <ac:chgData name="Mallik, Anisha" userId="4e230629-da67-42f5-b555-a920d570b78e" providerId="ADAL" clId="{6C74F4E7-DCC5-4FF0-AD07-4071DC3F7955}" dt="2023-02-26T21:46:43.154" v="711" actId="26606"/>
          <ac:spMkLst>
            <pc:docMk/>
            <pc:sldMk cId="3570549200" sldId="280"/>
            <ac:spMk id="7" creationId="{23522FE7-5A29-4EF6-B1EF-2CA55748A772}"/>
          </ac:spMkLst>
        </pc:spChg>
        <pc:spChg chg="add del">
          <ac:chgData name="Mallik, Anisha" userId="4e230629-da67-42f5-b555-a920d570b78e" providerId="ADAL" clId="{6C74F4E7-DCC5-4FF0-AD07-4071DC3F7955}" dt="2023-02-26T21:50:31.436" v="754"/>
          <ac:spMkLst>
            <pc:docMk/>
            <pc:sldMk cId="3570549200" sldId="280"/>
            <ac:spMk id="8" creationId="{DA2C7802-C2E0-4218-8F89-8DD7CCD2CD1C}"/>
          </ac:spMkLst>
        </pc:spChg>
        <pc:spChg chg="add del">
          <ac:chgData name="Mallik, Anisha" userId="4e230629-da67-42f5-b555-a920d570b78e" providerId="ADAL" clId="{6C74F4E7-DCC5-4FF0-AD07-4071DC3F7955}" dt="2023-02-26T21:50:31.436" v="754"/>
          <ac:spMkLst>
            <pc:docMk/>
            <pc:sldMk cId="3570549200" sldId="280"/>
            <ac:spMk id="10" creationId="{A6D7111A-21E5-4EE9-8A78-10E5530F0116}"/>
          </ac:spMkLst>
        </pc:spChg>
        <pc:spChg chg="add del">
          <ac:chgData name="Mallik, Anisha" userId="4e230629-da67-42f5-b555-a920d570b78e" providerId="ADAL" clId="{6C74F4E7-DCC5-4FF0-AD07-4071DC3F7955}" dt="2023-02-26T21:50:31.436" v="754"/>
          <ac:spMkLst>
            <pc:docMk/>
            <pc:sldMk cId="3570549200" sldId="280"/>
            <ac:spMk id="12" creationId="{A3969E80-A77B-49FC-9122-D89AFD5EE118}"/>
          </ac:spMkLst>
        </pc:spChg>
        <pc:spChg chg="add del">
          <ac:chgData name="Mallik, Anisha" userId="4e230629-da67-42f5-b555-a920d570b78e" providerId="ADAL" clId="{6C74F4E7-DCC5-4FF0-AD07-4071DC3F7955}" dt="2023-02-26T21:50:31.436" v="754"/>
          <ac:spMkLst>
            <pc:docMk/>
            <pc:sldMk cId="3570549200" sldId="280"/>
            <ac:spMk id="14" creationId="{1849CA57-76BD-4CF2-80BA-D7A46A01B7B1}"/>
          </ac:spMkLst>
        </pc:spChg>
        <pc:spChg chg="add del">
          <ac:chgData name="Mallik, Anisha" userId="4e230629-da67-42f5-b555-a920d570b78e" providerId="ADAL" clId="{6C74F4E7-DCC5-4FF0-AD07-4071DC3F7955}" dt="2023-02-26T21:46:43.154" v="711" actId="26606"/>
          <ac:spMkLst>
            <pc:docMk/>
            <pc:sldMk cId="3570549200" sldId="280"/>
            <ac:spMk id="15" creationId="{1C69834E-5EEE-4D61-833E-04928896454C}"/>
          </ac:spMkLst>
        </pc:spChg>
        <pc:spChg chg="add del">
          <ac:chgData name="Mallik, Anisha" userId="4e230629-da67-42f5-b555-a920d570b78e" providerId="ADAL" clId="{6C74F4E7-DCC5-4FF0-AD07-4071DC3F7955}" dt="2023-02-26T21:50:31.436" v="754"/>
          <ac:spMkLst>
            <pc:docMk/>
            <pc:sldMk cId="3570549200" sldId="280"/>
            <ac:spMk id="16" creationId="{35E9085E-E730-4768-83D4-6CB7E9897153}"/>
          </ac:spMkLst>
        </pc:spChg>
        <pc:spChg chg="add del">
          <ac:chgData name="Mallik, Anisha" userId="4e230629-da67-42f5-b555-a920d570b78e" providerId="ADAL" clId="{6C74F4E7-DCC5-4FF0-AD07-4071DC3F7955}" dt="2023-02-26T21:46:43.154" v="711" actId="26606"/>
          <ac:spMkLst>
            <pc:docMk/>
            <pc:sldMk cId="3570549200" sldId="280"/>
            <ac:spMk id="17" creationId="{58E5D9BA-46E7-4BFA-9C74-75495BF6F54D}"/>
          </ac:spMkLst>
        </pc:spChg>
        <pc:spChg chg="add del">
          <ac:chgData name="Mallik, Anisha" userId="4e230629-da67-42f5-b555-a920d570b78e" providerId="ADAL" clId="{6C74F4E7-DCC5-4FF0-AD07-4071DC3F7955}" dt="2023-02-26T21:50:31.436" v="754"/>
          <ac:spMkLst>
            <pc:docMk/>
            <pc:sldMk cId="3570549200" sldId="280"/>
            <ac:spMk id="18" creationId="{973272FE-A474-4CAE-8CA2-BCC8B476C3F4}"/>
          </ac:spMkLst>
        </pc:spChg>
        <pc:spChg chg="add del">
          <ac:chgData name="Mallik, Anisha" userId="4e230629-da67-42f5-b555-a920d570b78e" providerId="ADAL" clId="{6C74F4E7-DCC5-4FF0-AD07-4071DC3F7955}" dt="2023-02-26T21:46:43.154" v="711" actId="26606"/>
          <ac:spMkLst>
            <pc:docMk/>
            <pc:sldMk cId="3570549200" sldId="280"/>
            <ac:spMk id="19" creationId="{5B033D76-5800-44B6-AFE9-EE2106935115}"/>
          </ac:spMkLst>
        </pc:spChg>
        <pc:spChg chg="add del">
          <ac:chgData name="Mallik, Anisha" userId="4e230629-da67-42f5-b555-a920d570b78e" providerId="ADAL" clId="{6C74F4E7-DCC5-4FF0-AD07-4071DC3F7955}" dt="2023-02-26T21:46:43.154" v="711" actId="26606"/>
          <ac:spMkLst>
            <pc:docMk/>
            <pc:sldMk cId="3570549200" sldId="280"/>
            <ac:spMk id="21" creationId="{522D6F85-FFBA-4F81-AEE5-AAA17CB7AA98}"/>
          </ac:spMkLst>
        </pc:spChg>
        <pc:spChg chg="add del">
          <ac:chgData name="Mallik, Anisha" userId="4e230629-da67-42f5-b555-a920d570b78e" providerId="ADAL" clId="{6C74F4E7-DCC5-4FF0-AD07-4071DC3F7955}" dt="2023-02-26T21:50:31.436" v="754"/>
          <ac:spMkLst>
            <pc:docMk/>
            <pc:sldMk cId="3570549200" sldId="280"/>
            <ac:spMk id="22" creationId="{E07981EA-05A6-437C-88D7-B377B92B031D}"/>
          </ac:spMkLst>
        </pc:spChg>
        <pc:spChg chg="add del">
          <ac:chgData name="Mallik, Anisha" userId="4e230629-da67-42f5-b555-a920d570b78e" providerId="ADAL" clId="{6C74F4E7-DCC5-4FF0-AD07-4071DC3F7955}" dt="2023-02-26T21:46:43.154" v="711" actId="26606"/>
          <ac:spMkLst>
            <pc:docMk/>
            <pc:sldMk cId="3570549200" sldId="280"/>
            <ac:spMk id="23" creationId="{13B31514-E6DF-4357-9EEA-EFB7983080DA}"/>
          </ac:spMkLst>
        </pc:spChg>
        <pc:spChg chg="add del">
          <ac:chgData name="Mallik, Anisha" userId="4e230629-da67-42f5-b555-a920d570b78e" providerId="ADAL" clId="{6C74F4E7-DCC5-4FF0-AD07-4071DC3F7955}" dt="2023-02-26T21:50:31.436" v="754"/>
          <ac:spMkLst>
            <pc:docMk/>
            <pc:sldMk cId="3570549200" sldId="280"/>
            <ac:spMk id="24" creationId="{15E3C750-986E-4769-B1AE-49289FBEE757}"/>
          </ac:spMkLst>
        </pc:spChg>
        <pc:spChg chg="add del">
          <ac:chgData name="Mallik, Anisha" userId="4e230629-da67-42f5-b555-a920d570b78e" providerId="ADAL" clId="{6C74F4E7-DCC5-4FF0-AD07-4071DC3F7955}" dt="2023-02-26T21:46:45.695" v="713" actId="26606"/>
          <ac:spMkLst>
            <pc:docMk/>
            <pc:sldMk cId="3570549200" sldId="280"/>
            <ac:spMk id="29" creationId="{23522FE7-5A29-4EF6-B1EF-2CA55748A772}"/>
          </ac:spMkLst>
        </pc:spChg>
        <pc:spChg chg="add del">
          <ac:chgData name="Mallik, Anisha" userId="4e230629-da67-42f5-b555-a920d570b78e" providerId="ADAL" clId="{6C74F4E7-DCC5-4FF0-AD07-4071DC3F7955}" dt="2023-02-26T21:46:45.695" v="713" actId="26606"/>
          <ac:spMkLst>
            <pc:docMk/>
            <pc:sldMk cId="3570549200" sldId="280"/>
            <ac:spMk id="33" creationId="{1BF0792A-0F2B-4A2E-AB38-0A4F18A3072D}"/>
          </ac:spMkLst>
        </pc:spChg>
        <pc:spChg chg="add del">
          <ac:chgData name="Mallik, Anisha" userId="4e230629-da67-42f5-b555-a920d570b78e" providerId="ADAL" clId="{6C74F4E7-DCC5-4FF0-AD07-4071DC3F7955}" dt="2023-02-26T21:46:45.695" v="713" actId="26606"/>
          <ac:spMkLst>
            <pc:docMk/>
            <pc:sldMk cId="3570549200" sldId="280"/>
            <ac:spMk id="34" creationId="{F57DB18D-C2F1-4C8C-8808-9C01ECE6834E}"/>
          </ac:spMkLst>
        </pc:spChg>
        <pc:grpChg chg="add del">
          <ac:chgData name="Mallik, Anisha" userId="4e230629-da67-42f5-b555-a920d570b78e" providerId="ADAL" clId="{6C74F4E7-DCC5-4FF0-AD07-4071DC3F7955}" dt="2023-02-26T21:46:45.695" v="713" actId="26606"/>
          <ac:grpSpMkLst>
            <pc:docMk/>
            <pc:sldMk cId="3570549200" sldId="280"/>
            <ac:grpSpMk id="35" creationId="{E5D935FA-3336-4941-9214-E250A5727F40}"/>
          </ac:grpSpMkLst>
        </pc:grpChg>
        <pc:picChg chg="add del">
          <ac:chgData name="Mallik, Anisha" userId="4e230629-da67-42f5-b555-a920d570b78e" providerId="ADAL" clId="{6C74F4E7-DCC5-4FF0-AD07-4071DC3F7955}" dt="2023-02-26T21:46:43.154" v="711" actId="26606"/>
          <ac:picMkLst>
            <pc:docMk/>
            <pc:sldMk cId="3570549200" sldId="280"/>
            <ac:picMk id="9" creationId="{C2192E09-EBC7-416C-B887-DFF915D7F43D}"/>
          </ac:picMkLst>
        </pc:picChg>
        <pc:picChg chg="add del">
          <ac:chgData name="Mallik, Anisha" userId="4e230629-da67-42f5-b555-a920d570b78e" providerId="ADAL" clId="{6C74F4E7-DCC5-4FF0-AD07-4071DC3F7955}" dt="2023-02-26T21:46:43.154" v="711" actId="26606"/>
          <ac:picMkLst>
            <pc:docMk/>
            <pc:sldMk cId="3570549200" sldId="280"/>
            <ac:picMk id="25" creationId="{4C401D57-600A-4C91-AC9A-14CA1ED6F7D8}"/>
          </ac:picMkLst>
        </pc:picChg>
        <pc:picChg chg="add del">
          <ac:chgData name="Mallik, Anisha" userId="4e230629-da67-42f5-b555-a920d570b78e" providerId="ADAL" clId="{6C74F4E7-DCC5-4FF0-AD07-4071DC3F7955}" dt="2023-02-26T21:46:45.695" v="713" actId="26606"/>
          <ac:picMkLst>
            <pc:docMk/>
            <pc:sldMk cId="3570549200" sldId="280"/>
            <ac:picMk id="30" creationId="{C2192E09-EBC7-416C-B887-DFF915D7F43D}"/>
          </ac:picMkLst>
        </pc:picChg>
        <pc:picChg chg="add del">
          <ac:chgData name="Mallik, Anisha" userId="4e230629-da67-42f5-b555-a920d570b78e" providerId="ADAL" clId="{6C74F4E7-DCC5-4FF0-AD07-4071DC3F7955}" dt="2023-02-26T21:46:45.695" v="713" actId="26606"/>
          <ac:picMkLst>
            <pc:docMk/>
            <pc:sldMk cId="3570549200" sldId="280"/>
            <ac:picMk id="39" creationId="{75CC23F7-9F20-4C4B-8608-BD4DE9728FA5}"/>
          </ac:picMkLst>
        </pc:picChg>
        <pc:cxnChg chg="add del">
          <ac:chgData name="Mallik, Anisha" userId="4e230629-da67-42f5-b555-a920d570b78e" providerId="ADAL" clId="{6C74F4E7-DCC5-4FF0-AD07-4071DC3F7955}" dt="2023-02-26T21:46:43.154" v="711" actId="26606"/>
          <ac:cxnSpMkLst>
            <pc:docMk/>
            <pc:sldMk cId="3570549200" sldId="280"/>
            <ac:cxnSpMk id="11" creationId="{2924498D-E084-44BE-A196-CFCE35564350}"/>
          </ac:cxnSpMkLst>
        </pc:cxnChg>
        <pc:cxnChg chg="add del">
          <ac:chgData name="Mallik, Anisha" userId="4e230629-da67-42f5-b555-a920d570b78e" providerId="ADAL" clId="{6C74F4E7-DCC5-4FF0-AD07-4071DC3F7955}" dt="2023-02-26T21:46:43.154" v="711" actId="26606"/>
          <ac:cxnSpMkLst>
            <pc:docMk/>
            <pc:sldMk cId="3570549200" sldId="280"/>
            <ac:cxnSpMk id="13" creationId="{3BBC7667-C352-4842-9AFD-E5C16AD002F4}"/>
          </ac:cxnSpMkLst>
        </pc:cxnChg>
        <pc:cxnChg chg="add del">
          <ac:chgData name="Mallik, Anisha" userId="4e230629-da67-42f5-b555-a920d570b78e" providerId="ADAL" clId="{6C74F4E7-DCC5-4FF0-AD07-4071DC3F7955}" dt="2023-02-26T21:46:43.154" v="711" actId="26606"/>
          <ac:cxnSpMkLst>
            <pc:docMk/>
            <pc:sldMk cId="3570549200" sldId="280"/>
            <ac:cxnSpMk id="27" creationId="{412BDC66-00FA-4A3F-9BC7-BE05FF7705F8}"/>
          </ac:cxnSpMkLst>
        </pc:cxnChg>
        <pc:cxnChg chg="add del">
          <ac:chgData name="Mallik, Anisha" userId="4e230629-da67-42f5-b555-a920d570b78e" providerId="ADAL" clId="{6C74F4E7-DCC5-4FF0-AD07-4071DC3F7955}" dt="2023-02-26T21:46:45.695" v="713" actId="26606"/>
          <ac:cxnSpMkLst>
            <pc:docMk/>
            <pc:sldMk cId="3570549200" sldId="280"/>
            <ac:cxnSpMk id="31" creationId="{2924498D-E084-44BE-A196-CFCE35564350}"/>
          </ac:cxnSpMkLst>
        </pc:cxnChg>
        <pc:cxnChg chg="add del">
          <ac:chgData name="Mallik, Anisha" userId="4e230629-da67-42f5-b555-a920d570b78e" providerId="ADAL" clId="{6C74F4E7-DCC5-4FF0-AD07-4071DC3F7955}" dt="2023-02-26T21:46:45.695" v="713" actId="26606"/>
          <ac:cxnSpMkLst>
            <pc:docMk/>
            <pc:sldMk cId="3570549200" sldId="280"/>
            <ac:cxnSpMk id="32" creationId="{3BBC7667-C352-4842-9AFD-E5C16AD002F4}"/>
          </ac:cxnSpMkLst>
        </pc:cxnChg>
        <pc:cxnChg chg="add del">
          <ac:chgData name="Mallik, Anisha" userId="4e230629-da67-42f5-b555-a920d570b78e" providerId="ADAL" clId="{6C74F4E7-DCC5-4FF0-AD07-4071DC3F7955}" dt="2023-02-26T21:46:45.695" v="713" actId="26606"/>
          <ac:cxnSpMkLst>
            <pc:docMk/>
            <pc:sldMk cId="3570549200" sldId="280"/>
            <ac:cxnSpMk id="37" creationId="{87F797D1-251E-41FE-9FF8-AD487DEF28AC}"/>
          </ac:cxnSpMkLst>
        </pc:cxnChg>
        <pc:cxnChg chg="add del">
          <ac:chgData name="Mallik, Anisha" userId="4e230629-da67-42f5-b555-a920d570b78e" providerId="ADAL" clId="{6C74F4E7-DCC5-4FF0-AD07-4071DC3F7955}" dt="2023-02-26T21:46:45.695" v="713" actId="26606"/>
          <ac:cxnSpMkLst>
            <pc:docMk/>
            <pc:sldMk cId="3570549200" sldId="280"/>
            <ac:cxnSpMk id="38" creationId="{09A0CE28-0E59-4F4D-9855-8A8DCE9A8EFE}"/>
          </ac:cxnSpMkLst>
        </pc:cxnChg>
      </pc:sldChg>
      <pc:sldChg chg="addSp delSp modSp new mod setBg delDesignElem">
        <pc:chgData name="Mallik, Anisha" userId="4e230629-da67-42f5-b555-a920d570b78e" providerId="ADAL" clId="{6C74F4E7-DCC5-4FF0-AD07-4071DC3F7955}" dt="2023-02-26T21:50:31.436" v="754"/>
        <pc:sldMkLst>
          <pc:docMk/>
          <pc:sldMk cId="1159612681" sldId="281"/>
        </pc:sldMkLst>
        <pc:spChg chg="add del mod">
          <ac:chgData name="Mallik, Anisha" userId="4e230629-da67-42f5-b555-a920d570b78e" providerId="ADAL" clId="{6C74F4E7-DCC5-4FF0-AD07-4071DC3F7955}" dt="2023-02-26T21:47:57.566" v="735" actId="26606"/>
          <ac:spMkLst>
            <pc:docMk/>
            <pc:sldMk cId="1159612681" sldId="281"/>
            <ac:spMk id="3" creationId="{3BC85F61-BEEF-B541-DF47-1986C4E8F84D}"/>
          </ac:spMkLst>
        </pc:spChg>
        <pc:spChg chg="add mod">
          <ac:chgData name="Mallik, Anisha" userId="4e230629-da67-42f5-b555-a920d570b78e" providerId="ADAL" clId="{6C74F4E7-DCC5-4FF0-AD07-4071DC3F7955}" dt="2023-02-26T21:47:57.566" v="735" actId="26606"/>
          <ac:spMkLst>
            <pc:docMk/>
            <pc:sldMk cId="1159612681" sldId="281"/>
            <ac:spMk id="4" creationId="{735A57FD-F3BE-54DD-E9C5-9978843611EE}"/>
          </ac:spMkLst>
        </pc:spChg>
        <pc:spChg chg="add del">
          <ac:chgData name="Mallik, Anisha" userId="4e230629-da67-42f5-b555-a920d570b78e" providerId="ADAL" clId="{6C74F4E7-DCC5-4FF0-AD07-4071DC3F7955}" dt="2023-02-26T21:47:54.672" v="732" actId="26606"/>
          <ac:spMkLst>
            <pc:docMk/>
            <pc:sldMk cId="1159612681" sldId="281"/>
            <ac:spMk id="9" creationId="{D038248A-211C-4EEC-8401-C761B929FB52}"/>
          </ac:spMkLst>
        </pc:spChg>
        <pc:spChg chg="add del">
          <ac:chgData name="Mallik, Anisha" userId="4e230629-da67-42f5-b555-a920d570b78e" providerId="ADAL" clId="{6C74F4E7-DCC5-4FF0-AD07-4071DC3F7955}" dt="2023-02-26T21:47:31.493" v="720" actId="26606"/>
          <ac:spMkLst>
            <pc:docMk/>
            <pc:sldMk cId="1159612681" sldId="281"/>
            <ac:spMk id="10" creationId="{5C8908E2-EE49-44D2-9428-A28D2312A8D5}"/>
          </ac:spMkLst>
        </pc:spChg>
        <pc:spChg chg="add del">
          <ac:chgData name="Mallik, Anisha" userId="4e230629-da67-42f5-b555-a920d570b78e" providerId="ADAL" clId="{6C74F4E7-DCC5-4FF0-AD07-4071DC3F7955}" dt="2023-02-26T21:47:32.909" v="722" actId="26606"/>
          <ac:spMkLst>
            <pc:docMk/>
            <pc:sldMk cId="1159612681" sldId="281"/>
            <ac:spMk id="11" creationId="{2B566528-1B12-4246-9431-5C2D7D081168}"/>
          </ac:spMkLst>
        </pc:spChg>
        <pc:spChg chg="add del">
          <ac:chgData name="Mallik, Anisha" userId="4e230629-da67-42f5-b555-a920d570b78e" providerId="ADAL" clId="{6C74F4E7-DCC5-4FF0-AD07-4071DC3F7955}" dt="2023-02-26T21:47:40.572" v="728" actId="26606"/>
          <ac:spMkLst>
            <pc:docMk/>
            <pc:sldMk cId="1159612681" sldId="281"/>
            <ac:spMk id="13" creationId="{D3F51FEB-38FB-4F6C-9F7B-2F2AFAB65463}"/>
          </ac:spMkLst>
        </pc:spChg>
        <pc:spChg chg="add del">
          <ac:chgData name="Mallik, Anisha" userId="4e230629-da67-42f5-b555-a920d570b78e" providerId="ADAL" clId="{6C74F4E7-DCC5-4FF0-AD07-4071DC3F7955}" dt="2023-02-26T21:47:32.909" v="722" actId="26606"/>
          <ac:spMkLst>
            <pc:docMk/>
            <pc:sldMk cId="1159612681" sldId="281"/>
            <ac:spMk id="15" creationId="{1E547BA6-BAE0-43BB-A7CA-60F69CE252F0}"/>
          </ac:spMkLst>
        </pc:spChg>
        <pc:spChg chg="add del">
          <ac:chgData name="Mallik, Anisha" userId="4e230629-da67-42f5-b555-a920d570b78e" providerId="ADAL" clId="{6C74F4E7-DCC5-4FF0-AD07-4071DC3F7955}" dt="2023-02-26T21:47:31.493" v="720" actId="26606"/>
          <ac:spMkLst>
            <pc:docMk/>
            <pc:sldMk cId="1159612681" sldId="281"/>
            <ac:spMk id="16" creationId="{7449A6C7-D15F-4AA5-BFA5-71A404B47016}"/>
          </ac:spMkLst>
        </pc:spChg>
        <pc:spChg chg="add del">
          <ac:chgData name="Mallik, Anisha" userId="4e230629-da67-42f5-b555-a920d570b78e" providerId="ADAL" clId="{6C74F4E7-DCC5-4FF0-AD07-4071DC3F7955}" dt="2023-02-26T21:47:31.493" v="720" actId="26606"/>
          <ac:spMkLst>
            <pc:docMk/>
            <pc:sldMk cId="1159612681" sldId="281"/>
            <ac:spMk id="18" creationId="{ED888B23-07FA-482A-96DF-47E31AF1A603}"/>
          </ac:spMkLst>
        </pc:spChg>
        <pc:spChg chg="add del">
          <ac:chgData name="Mallik, Anisha" userId="4e230629-da67-42f5-b555-a920d570b78e" providerId="ADAL" clId="{6C74F4E7-DCC5-4FF0-AD07-4071DC3F7955}" dt="2023-02-26T21:47:32.909" v="722" actId="26606"/>
          <ac:spMkLst>
            <pc:docMk/>
            <pc:sldMk cId="1159612681" sldId="281"/>
            <ac:spMk id="20" creationId="{3BC85F61-BEEF-B541-DF47-1986C4E8F84D}"/>
          </ac:spMkLst>
        </pc:spChg>
        <pc:spChg chg="add del">
          <ac:chgData name="Mallik, Anisha" userId="4e230629-da67-42f5-b555-a920d570b78e" providerId="ADAL" clId="{6C74F4E7-DCC5-4FF0-AD07-4071DC3F7955}" dt="2023-02-26T21:47:32.909" v="722" actId="26606"/>
          <ac:spMkLst>
            <pc:docMk/>
            <pc:sldMk cId="1159612681" sldId="281"/>
            <ac:spMk id="21" creationId="{D3F51FEB-38FB-4F6C-9F7B-2F2AFAB65463}"/>
          </ac:spMkLst>
        </pc:spChg>
        <pc:spChg chg="add del">
          <ac:chgData name="Mallik, Anisha" userId="4e230629-da67-42f5-b555-a920d570b78e" providerId="ADAL" clId="{6C74F4E7-DCC5-4FF0-AD07-4071DC3F7955}" dt="2023-02-26T21:47:34.494" v="724" actId="26606"/>
          <ac:spMkLst>
            <pc:docMk/>
            <pc:sldMk cId="1159612681" sldId="281"/>
            <ac:spMk id="24" creationId="{5C8908E2-EE49-44D2-9428-A28D2312A8D5}"/>
          </ac:spMkLst>
        </pc:spChg>
        <pc:spChg chg="add del">
          <ac:chgData name="Mallik, Anisha" userId="4e230629-da67-42f5-b555-a920d570b78e" providerId="ADAL" clId="{6C74F4E7-DCC5-4FF0-AD07-4071DC3F7955}" dt="2023-02-26T21:47:34.494" v="724" actId="26606"/>
          <ac:spMkLst>
            <pc:docMk/>
            <pc:sldMk cId="1159612681" sldId="281"/>
            <ac:spMk id="26" creationId="{7449A6C7-D15F-4AA5-BFA5-71A404B47016}"/>
          </ac:spMkLst>
        </pc:spChg>
        <pc:spChg chg="add del">
          <ac:chgData name="Mallik, Anisha" userId="4e230629-da67-42f5-b555-a920d570b78e" providerId="ADAL" clId="{6C74F4E7-DCC5-4FF0-AD07-4071DC3F7955}" dt="2023-02-26T21:47:34.494" v="724" actId="26606"/>
          <ac:spMkLst>
            <pc:docMk/>
            <pc:sldMk cId="1159612681" sldId="281"/>
            <ac:spMk id="27" creationId="{ED888B23-07FA-482A-96DF-47E31AF1A603}"/>
          </ac:spMkLst>
        </pc:spChg>
        <pc:spChg chg="add del">
          <ac:chgData name="Mallik, Anisha" userId="4e230629-da67-42f5-b555-a920d570b78e" providerId="ADAL" clId="{6C74F4E7-DCC5-4FF0-AD07-4071DC3F7955}" dt="2023-02-26T21:47:35.949" v="726" actId="26606"/>
          <ac:spMkLst>
            <pc:docMk/>
            <pc:sldMk cId="1159612681" sldId="281"/>
            <ac:spMk id="30" creationId="{2B566528-1B12-4246-9431-5C2D7D081168}"/>
          </ac:spMkLst>
        </pc:spChg>
        <pc:spChg chg="add del">
          <ac:chgData name="Mallik, Anisha" userId="4e230629-da67-42f5-b555-a920d570b78e" providerId="ADAL" clId="{6C74F4E7-DCC5-4FF0-AD07-4071DC3F7955}" dt="2023-02-26T21:47:35.949" v="726" actId="26606"/>
          <ac:spMkLst>
            <pc:docMk/>
            <pc:sldMk cId="1159612681" sldId="281"/>
            <ac:spMk id="31" creationId="{3BC85F61-BEEF-B541-DF47-1986C4E8F84D}"/>
          </ac:spMkLst>
        </pc:spChg>
        <pc:spChg chg="add del">
          <ac:chgData name="Mallik, Anisha" userId="4e230629-da67-42f5-b555-a920d570b78e" providerId="ADAL" clId="{6C74F4E7-DCC5-4FF0-AD07-4071DC3F7955}" dt="2023-02-26T21:47:35.949" v="726" actId="26606"/>
          <ac:spMkLst>
            <pc:docMk/>
            <pc:sldMk cId="1159612681" sldId="281"/>
            <ac:spMk id="32" creationId="{D3F51FEB-38FB-4F6C-9F7B-2F2AFAB65463}"/>
          </ac:spMkLst>
        </pc:spChg>
        <pc:spChg chg="add del">
          <ac:chgData name="Mallik, Anisha" userId="4e230629-da67-42f5-b555-a920d570b78e" providerId="ADAL" clId="{6C74F4E7-DCC5-4FF0-AD07-4071DC3F7955}" dt="2023-02-26T21:47:35.949" v="726" actId="26606"/>
          <ac:spMkLst>
            <pc:docMk/>
            <pc:sldMk cId="1159612681" sldId="281"/>
            <ac:spMk id="33" creationId="{1E547BA6-BAE0-43BB-A7CA-60F69CE252F0}"/>
          </ac:spMkLst>
        </pc:spChg>
        <pc:spChg chg="add del">
          <ac:chgData name="Mallik, Anisha" userId="4e230629-da67-42f5-b555-a920d570b78e" providerId="ADAL" clId="{6C74F4E7-DCC5-4FF0-AD07-4071DC3F7955}" dt="2023-02-26T21:47:40.572" v="728" actId="26606"/>
          <ac:spMkLst>
            <pc:docMk/>
            <pc:sldMk cId="1159612681" sldId="281"/>
            <ac:spMk id="38" creationId="{2B566528-1B12-4246-9431-5C2D7D081168}"/>
          </ac:spMkLst>
        </pc:spChg>
        <pc:spChg chg="add del">
          <ac:chgData name="Mallik, Anisha" userId="4e230629-da67-42f5-b555-a920d570b78e" providerId="ADAL" clId="{6C74F4E7-DCC5-4FF0-AD07-4071DC3F7955}" dt="2023-02-26T21:47:40.572" v="728" actId="26606"/>
          <ac:spMkLst>
            <pc:docMk/>
            <pc:sldMk cId="1159612681" sldId="281"/>
            <ac:spMk id="39" creationId="{3BC85F61-BEEF-B541-DF47-1986C4E8F84D}"/>
          </ac:spMkLst>
        </pc:spChg>
        <pc:spChg chg="add del">
          <ac:chgData name="Mallik, Anisha" userId="4e230629-da67-42f5-b555-a920d570b78e" providerId="ADAL" clId="{6C74F4E7-DCC5-4FF0-AD07-4071DC3F7955}" dt="2023-02-26T21:47:40.572" v="728" actId="26606"/>
          <ac:spMkLst>
            <pc:docMk/>
            <pc:sldMk cId="1159612681" sldId="281"/>
            <ac:spMk id="40" creationId="{1E547BA6-BAE0-43BB-A7CA-60F69CE252F0}"/>
          </ac:spMkLst>
        </pc:spChg>
        <pc:spChg chg="add del">
          <ac:chgData name="Mallik, Anisha" userId="4e230629-da67-42f5-b555-a920d570b78e" providerId="ADAL" clId="{6C74F4E7-DCC5-4FF0-AD07-4071DC3F7955}" dt="2023-02-26T21:47:52.098" v="730" actId="26606"/>
          <ac:spMkLst>
            <pc:docMk/>
            <pc:sldMk cId="1159612681" sldId="281"/>
            <ac:spMk id="46" creationId="{2B566528-1B12-4246-9431-5C2D7D081168}"/>
          </ac:spMkLst>
        </pc:spChg>
        <pc:spChg chg="add del">
          <ac:chgData name="Mallik, Anisha" userId="4e230629-da67-42f5-b555-a920d570b78e" providerId="ADAL" clId="{6C74F4E7-DCC5-4FF0-AD07-4071DC3F7955}" dt="2023-02-26T21:47:52.098" v="730" actId="26606"/>
          <ac:spMkLst>
            <pc:docMk/>
            <pc:sldMk cId="1159612681" sldId="281"/>
            <ac:spMk id="47" creationId="{3BC85F61-BEEF-B541-DF47-1986C4E8F84D}"/>
          </ac:spMkLst>
        </pc:spChg>
        <pc:spChg chg="add del">
          <ac:chgData name="Mallik, Anisha" userId="4e230629-da67-42f5-b555-a920d570b78e" providerId="ADAL" clId="{6C74F4E7-DCC5-4FF0-AD07-4071DC3F7955}" dt="2023-02-26T21:47:52.098" v="730" actId="26606"/>
          <ac:spMkLst>
            <pc:docMk/>
            <pc:sldMk cId="1159612681" sldId="281"/>
            <ac:spMk id="48" creationId="{D3F51FEB-38FB-4F6C-9F7B-2F2AFAB65463}"/>
          </ac:spMkLst>
        </pc:spChg>
        <pc:spChg chg="add del">
          <ac:chgData name="Mallik, Anisha" userId="4e230629-da67-42f5-b555-a920d570b78e" providerId="ADAL" clId="{6C74F4E7-DCC5-4FF0-AD07-4071DC3F7955}" dt="2023-02-26T21:47:52.098" v="730" actId="26606"/>
          <ac:spMkLst>
            <pc:docMk/>
            <pc:sldMk cId="1159612681" sldId="281"/>
            <ac:spMk id="49" creationId="{1E547BA6-BAE0-43BB-A7CA-60F69CE252F0}"/>
          </ac:spMkLst>
        </pc:spChg>
        <pc:spChg chg="add del">
          <ac:chgData name="Mallik, Anisha" userId="4e230629-da67-42f5-b555-a920d570b78e" providerId="ADAL" clId="{6C74F4E7-DCC5-4FF0-AD07-4071DC3F7955}" dt="2023-02-26T21:47:54.672" v="732" actId="26606"/>
          <ac:spMkLst>
            <pc:docMk/>
            <pc:sldMk cId="1159612681" sldId="281"/>
            <ac:spMk id="54" creationId="{C30A849F-66D9-40C8-BEC8-35AFF8F4568F}"/>
          </ac:spMkLst>
        </pc:spChg>
        <pc:spChg chg="add del">
          <ac:chgData name="Mallik, Anisha" userId="4e230629-da67-42f5-b555-a920d570b78e" providerId="ADAL" clId="{6C74F4E7-DCC5-4FF0-AD07-4071DC3F7955}" dt="2023-02-26T21:47:54.672" v="732" actId="26606"/>
          <ac:spMkLst>
            <pc:docMk/>
            <pc:sldMk cId="1159612681" sldId="281"/>
            <ac:spMk id="59" creationId="{3BC85F61-BEEF-B541-DF47-1986C4E8F84D}"/>
          </ac:spMkLst>
        </pc:spChg>
        <pc:spChg chg="add del">
          <ac:chgData name="Mallik, Anisha" userId="4e230629-da67-42f5-b555-a920d570b78e" providerId="ADAL" clId="{6C74F4E7-DCC5-4FF0-AD07-4071DC3F7955}" dt="2023-02-26T21:47:57.552" v="734" actId="26606"/>
          <ac:spMkLst>
            <pc:docMk/>
            <pc:sldMk cId="1159612681" sldId="281"/>
            <ac:spMk id="64" creationId="{488333BA-AE6E-427A-9B16-A39C8073F4EB}"/>
          </ac:spMkLst>
        </pc:spChg>
        <pc:spChg chg="add del">
          <ac:chgData name="Mallik, Anisha" userId="4e230629-da67-42f5-b555-a920d570b78e" providerId="ADAL" clId="{6C74F4E7-DCC5-4FF0-AD07-4071DC3F7955}" dt="2023-02-26T21:47:57.552" v="734" actId="26606"/>
          <ac:spMkLst>
            <pc:docMk/>
            <pc:sldMk cId="1159612681" sldId="281"/>
            <ac:spMk id="65" creationId="{F98ED85F-DCEE-4B50-802E-71A6E3E12B04}"/>
          </ac:spMkLst>
        </pc:spChg>
        <pc:spChg chg="add del">
          <ac:chgData name="Mallik, Anisha" userId="4e230629-da67-42f5-b555-a920d570b78e" providerId="ADAL" clId="{6C74F4E7-DCC5-4FF0-AD07-4071DC3F7955}" dt="2023-02-26T21:47:57.552" v="734" actId="26606"/>
          <ac:spMkLst>
            <pc:docMk/>
            <pc:sldMk cId="1159612681" sldId="281"/>
            <ac:spMk id="66" creationId="{3BC85F61-BEEF-B541-DF47-1986C4E8F84D}"/>
          </ac:spMkLst>
        </pc:spChg>
        <pc:spChg chg="add mod">
          <ac:chgData name="Mallik, Anisha" userId="4e230629-da67-42f5-b555-a920d570b78e" providerId="ADAL" clId="{6C74F4E7-DCC5-4FF0-AD07-4071DC3F7955}" dt="2023-02-26T21:48:14.184" v="739" actId="27636"/>
          <ac:spMkLst>
            <pc:docMk/>
            <pc:sldMk cId="1159612681" sldId="281"/>
            <ac:spMk id="68" creationId="{3BC85F61-BEEF-B541-DF47-1986C4E8F84D}"/>
          </ac:spMkLst>
        </pc:spChg>
        <pc:spChg chg="add del">
          <ac:chgData name="Mallik, Anisha" userId="4e230629-da67-42f5-b555-a920d570b78e" providerId="ADAL" clId="{6C74F4E7-DCC5-4FF0-AD07-4071DC3F7955}" dt="2023-02-26T21:50:31.436" v="754"/>
          <ac:spMkLst>
            <pc:docMk/>
            <pc:sldMk cId="1159612681" sldId="281"/>
            <ac:spMk id="69" creationId="{59A309A7-1751-4ABE-A3C1-EEC40366AD89}"/>
          </ac:spMkLst>
        </pc:spChg>
        <pc:spChg chg="add del">
          <ac:chgData name="Mallik, Anisha" userId="4e230629-da67-42f5-b555-a920d570b78e" providerId="ADAL" clId="{6C74F4E7-DCC5-4FF0-AD07-4071DC3F7955}" dt="2023-02-26T21:50:31.436" v="754"/>
          <ac:spMkLst>
            <pc:docMk/>
            <pc:sldMk cId="1159612681" sldId="281"/>
            <ac:spMk id="70" creationId="{967D8EB6-EAE1-4F9C-B398-83321E287204}"/>
          </ac:spMkLst>
        </pc:spChg>
        <pc:grpChg chg="add del">
          <ac:chgData name="Mallik, Anisha" userId="4e230629-da67-42f5-b555-a920d570b78e" providerId="ADAL" clId="{6C74F4E7-DCC5-4FF0-AD07-4071DC3F7955}" dt="2023-02-26T21:47:31.493" v="720" actId="26606"/>
          <ac:grpSpMkLst>
            <pc:docMk/>
            <pc:sldMk cId="1159612681" sldId="281"/>
            <ac:grpSpMk id="12" creationId="{05314994-6337-4875-8CF5-652CAFE8342C}"/>
          </ac:grpSpMkLst>
        </pc:grpChg>
        <pc:grpChg chg="add del">
          <ac:chgData name="Mallik, Anisha" userId="4e230629-da67-42f5-b555-a920d570b78e" providerId="ADAL" clId="{6C74F4E7-DCC5-4FF0-AD07-4071DC3F7955}" dt="2023-02-26T21:47:32.909" v="722" actId="26606"/>
          <ac:grpSpMkLst>
            <pc:docMk/>
            <pc:sldMk cId="1159612681" sldId="281"/>
            <ac:grpSpMk id="17" creationId="{15CBE6EC-46EF-45D9-8E16-DCDC5917CA31}"/>
          </ac:grpSpMkLst>
        </pc:grpChg>
        <pc:grpChg chg="add del">
          <ac:chgData name="Mallik, Anisha" userId="4e230629-da67-42f5-b555-a920d570b78e" providerId="ADAL" clId="{6C74F4E7-DCC5-4FF0-AD07-4071DC3F7955}" dt="2023-02-26T21:47:34.494" v="724" actId="26606"/>
          <ac:grpSpMkLst>
            <pc:docMk/>
            <pc:sldMk cId="1159612681" sldId="281"/>
            <ac:grpSpMk id="25" creationId="{05314994-6337-4875-8CF5-652CAFE8342C}"/>
          </ac:grpSpMkLst>
        </pc:grpChg>
        <pc:grpChg chg="add del">
          <ac:chgData name="Mallik, Anisha" userId="4e230629-da67-42f5-b555-a920d570b78e" providerId="ADAL" clId="{6C74F4E7-DCC5-4FF0-AD07-4071DC3F7955}" dt="2023-02-26T21:47:35.949" v="726" actId="26606"/>
          <ac:grpSpMkLst>
            <pc:docMk/>
            <pc:sldMk cId="1159612681" sldId="281"/>
            <ac:grpSpMk id="35" creationId="{15CBE6EC-46EF-45D9-8E16-DCDC5917CA31}"/>
          </ac:grpSpMkLst>
        </pc:grpChg>
        <pc:grpChg chg="add del">
          <ac:chgData name="Mallik, Anisha" userId="4e230629-da67-42f5-b555-a920d570b78e" providerId="ADAL" clId="{6C74F4E7-DCC5-4FF0-AD07-4071DC3F7955}" dt="2023-02-26T21:47:40.572" v="728" actId="26606"/>
          <ac:grpSpMkLst>
            <pc:docMk/>
            <pc:sldMk cId="1159612681" sldId="281"/>
            <ac:grpSpMk id="42" creationId="{15CBE6EC-46EF-45D9-8E16-DCDC5917CA31}"/>
          </ac:grpSpMkLst>
        </pc:grpChg>
        <pc:grpChg chg="add del">
          <ac:chgData name="Mallik, Anisha" userId="4e230629-da67-42f5-b555-a920d570b78e" providerId="ADAL" clId="{6C74F4E7-DCC5-4FF0-AD07-4071DC3F7955}" dt="2023-02-26T21:47:52.098" v="730" actId="26606"/>
          <ac:grpSpMkLst>
            <pc:docMk/>
            <pc:sldMk cId="1159612681" sldId="281"/>
            <ac:grpSpMk id="51" creationId="{15CBE6EC-46EF-45D9-8E16-DCDC5917CA31}"/>
          </ac:grpSpMkLst>
        </pc:grpChg>
        <pc:grpChg chg="add del">
          <ac:chgData name="Mallik, Anisha" userId="4e230629-da67-42f5-b555-a920d570b78e" providerId="ADAL" clId="{6C74F4E7-DCC5-4FF0-AD07-4071DC3F7955}" dt="2023-02-26T21:47:54.672" v="732" actId="26606"/>
          <ac:grpSpMkLst>
            <pc:docMk/>
            <pc:sldMk cId="1159612681" sldId="281"/>
            <ac:grpSpMk id="55" creationId="{04542298-A2B1-480F-A11C-A40EDD19B857}"/>
          </ac:grpSpMkLst>
        </pc:grpChg>
        <pc:grpChg chg="add del">
          <ac:chgData name="Mallik, Anisha" userId="4e230629-da67-42f5-b555-a920d570b78e" providerId="ADAL" clId="{6C74F4E7-DCC5-4FF0-AD07-4071DC3F7955}" dt="2023-02-26T21:47:54.672" v="732" actId="26606"/>
          <ac:grpSpMkLst>
            <pc:docMk/>
            <pc:sldMk cId="1159612681" sldId="281"/>
            <ac:grpSpMk id="60" creationId="{2A5C9C35-2375-49EB-B99C-17C87D42FE7C}"/>
          </ac:grpSpMkLst>
        </pc:grpChg>
        <pc:graphicFrameChg chg="add del">
          <ac:chgData name="Mallik, Anisha" userId="4e230629-da67-42f5-b555-a920d570b78e" providerId="ADAL" clId="{6C74F4E7-DCC5-4FF0-AD07-4071DC3F7955}" dt="2023-02-26T21:47:31.493" v="720" actId="26606"/>
          <ac:graphicFrameMkLst>
            <pc:docMk/>
            <pc:sldMk cId="1159612681" sldId="281"/>
            <ac:graphicFrameMk id="6" creationId="{E89AB963-0CA3-6F04-8ACE-7B76CB327628}"/>
          </ac:graphicFrameMkLst>
        </pc:graphicFrameChg>
        <pc:graphicFrameChg chg="add del">
          <ac:chgData name="Mallik, Anisha" userId="4e230629-da67-42f5-b555-a920d570b78e" providerId="ADAL" clId="{6C74F4E7-DCC5-4FF0-AD07-4071DC3F7955}" dt="2023-02-26T21:47:34.494" v="724" actId="26606"/>
          <ac:graphicFrameMkLst>
            <pc:docMk/>
            <pc:sldMk cId="1159612681" sldId="281"/>
            <ac:graphicFrameMk id="28" creationId="{E89AB963-0CA3-6F04-8ACE-7B76CB327628}"/>
          </ac:graphicFrameMkLst>
        </pc:graphicFrameChg>
        <pc:picChg chg="add del">
          <ac:chgData name="Mallik, Anisha" userId="4e230629-da67-42f5-b555-a920d570b78e" providerId="ADAL" clId="{6C74F4E7-DCC5-4FF0-AD07-4071DC3F7955}" dt="2023-02-26T21:47:32.909" v="722" actId="26606"/>
          <ac:picMkLst>
            <pc:docMk/>
            <pc:sldMk cId="1159612681" sldId="281"/>
            <ac:picMk id="8" creationId="{F27E2B31-34B3-C4AE-42FF-FC9F93B3E922}"/>
          </ac:picMkLst>
        </pc:picChg>
        <pc:picChg chg="add del">
          <ac:chgData name="Mallik, Anisha" userId="4e230629-da67-42f5-b555-a920d570b78e" providerId="ADAL" clId="{6C74F4E7-DCC5-4FF0-AD07-4071DC3F7955}" dt="2023-02-26T21:47:35.949" v="726" actId="26606"/>
          <ac:picMkLst>
            <pc:docMk/>
            <pc:sldMk cId="1159612681" sldId="281"/>
            <ac:picMk id="34" creationId="{ED11AFBA-0BCE-27DC-1B32-BB4A991FA94B}"/>
          </ac:picMkLst>
        </pc:picChg>
        <pc:picChg chg="add del">
          <ac:chgData name="Mallik, Anisha" userId="4e230629-da67-42f5-b555-a920d570b78e" providerId="ADAL" clId="{6C74F4E7-DCC5-4FF0-AD07-4071DC3F7955}" dt="2023-02-26T21:47:40.572" v="728" actId="26606"/>
          <ac:picMkLst>
            <pc:docMk/>
            <pc:sldMk cId="1159612681" sldId="281"/>
            <ac:picMk id="41" creationId="{F27E2B31-34B3-C4AE-42FF-FC9F93B3E922}"/>
          </ac:picMkLst>
        </pc:picChg>
        <pc:picChg chg="add del">
          <ac:chgData name="Mallik, Anisha" userId="4e230629-da67-42f5-b555-a920d570b78e" providerId="ADAL" clId="{6C74F4E7-DCC5-4FF0-AD07-4071DC3F7955}" dt="2023-02-26T21:47:52.098" v="730" actId="26606"/>
          <ac:picMkLst>
            <pc:docMk/>
            <pc:sldMk cId="1159612681" sldId="281"/>
            <ac:picMk id="50" creationId="{ED11AFBA-0BCE-27DC-1B32-BB4A991FA94B}"/>
          </ac:picMkLst>
        </pc:picChg>
        <pc:picChg chg="add">
          <ac:chgData name="Mallik, Anisha" userId="4e230629-da67-42f5-b555-a920d570b78e" providerId="ADAL" clId="{6C74F4E7-DCC5-4FF0-AD07-4071DC3F7955}" dt="2023-02-26T21:47:57.566" v="735" actId="26606"/>
          <ac:picMkLst>
            <pc:docMk/>
            <pc:sldMk cId="1159612681" sldId="281"/>
            <ac:picMk id="71" creationId="{0DEB341A-7A23-AE30-264A-000A7263532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2/24/2023</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2/24/2023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2/24/2023</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2/24/2023</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707011" y="4502330"/>
            <a:ext cx="10765410" cy="1207269"/>
          </a:xfrm>
        </p:spPr>
        <p:txBody>
          <a:bodyPr>
            <a:normAutofit/>
          </a:bodyPr>
          <a:lstStyle/>
          <a:p>
            <a:r>
              <a:rPr lang="en-US" sz="3800">
                <a:latin typeface="Franklin Gothic Book" panose="020B0503020102020204" pitchFamily="34" charset="0"/>
                <a:cs typeface="Segoe UI" panose="020B0502040204020203" pitchFamily="34" charset="0"/>
              </a:rPr>
              <a:t>Online Private Tutor</a:t>
            </a:r>
            <a:br>
              <a:rPr lang="en-US" sz="3800">
                <a:latin typeface="Franklin Gothic Book" panose="020B0503020102020204" pitchFamily="34" charset="0"/>
                <a:cs typeface="Segoe UI" panose="020B0502040204020203" pitchFamily="34" charset="0"/>
              </a:rPr>
            </a:br>
            <a:r>
              <a:rPr lang="en-US" sz="3800">
                <a:latin typeface="Franklin Gothic Book" panose="020B0503020102020204" pitchFamily="34" charset="0"/>
                <a:cs typeface="Segoe UI" panose="020B0502040204020203" pitchFamily="34" charset="0"/>
              </a:rPr>
              <a:t>   Finder System</a:t>
            </a: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1376313" y="5665510"/>
            <a:ext cx="9426806" cy="719122"/>
          </a:xfrm>
        </p:spPr>
        <p:txBody>
          <a:bodyPr>
            <a:normAutofit/>
          </a:bodyPr>
          <a:lstStyle/>
          <a:p>
            <a:endParaRPr lang="en-US" sz="1700" b="1" u="sng">
              <a:latin typeface="Franklin Gothic Book" panose="020B0503020102020204" pitchFamily="34" charset="0"/>
            </a:endParaRPr>
          </a:p>
          <a:p>
            <a:r>
              <a:rPr lang="en-US" sz="1700" b="1" u="sng">
                <a:latin typeface="Franklin Gothic Book" panose="020B0503020102020204" pitchFamily="34" charset="0"/>
              </a:rPr>
              <a:t>BY GROUP-9</a:t>
            </a: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308" y="919272"/>
            <a:ext cx="2647251" cy="2647251"/>
          </a:xfrm>
          <a:prstGeom prst="rect">
            <a:avLst/>
          </a:prstGeom>
        </p:spPr>
      </p:pic>
      <p:cxnSp>
        <p:nvCxnSpPr>
          <p:cNvPr id="92" name="Straight Connector 91">
            <a:extLst>
              <a:ext uri="{FF2B5EF4-FFF2-40B4-BE49-F238E27FC236}">
                <a16:creationId xmlns:a16="http://schemas.microsoft.com/office/drawing/2014/main" id="{564940E8-4031-4205-8D84-CBBB398C91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8433" y="1182448"/>
            <a:ext cx="0" cy="21209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80940" y="915804"/>
            <a:ext cx="2654187" cy="2654187"/>
          </a:xfrm>
          <a:prstGeom prst="rect">
            <a:avLst/>
          </a:prstGeom>
        </p:spPr>
      </p:pic>
      <p:cxnSp>
        <p:nvCxnSpPr>
          <p:cNvPr id="94" name="Straight Connector 93">
            <a:extLst>
              <a:ext uri="{FF2B5EF4-FFF2-40B4-BE49-F238E27FC236}">
                <a16:creationId xmlns:a16="http://schemas.microsoft.com/office/drawing/2014/main" id="{BC68721A-3920-404F-817F-D207616A49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182448"/>
            <a:ext cx="0" cy="21209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58959" y="925210"/>
            <a:ext cx="2635376" cy="2635376"/>
          </a:xfrm>
          <a:prstGeom prst="rect">
            <a:avLst/>
          </a:prstGeom>
        </p:spPr>
      </p:pic>
      <p:cxnSp>
        <p:nvCxnSpPr>
          <p:cNvPr id="96" name="Straight Connector 95">
            <a:extLst>
              <a:ext uri="{FF2B5EF4-FFF2-40B4-BE49-F238E27FC236}">
                <a16:creationId xmlns:a16="http://schemas.microsoft.com/office/drawing/2014/main" id="{3D83F26F-C55B-4A92-9AFF-4894D14E27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3567" y="1182448"/>
            <a:ext cx="0" cy="21209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23011" y="919272"/>
            <a:ext cx="2647251" cy="264725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35A57FD-F3BE-54DD-E9C5-9978843611EE}"/>
              </a:ext>
            </a:extLst>
          </p:cNvPr>
          <p:cNvSpPr/>
          <p:nvPr/>
        </p:nvSpPr>
        <p:spPr>
          <a:xfrm>
            <a:off x="1136428" y="627564"/>
            <a:ext cx="7474172"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0" u="sng" kern="1200" cap="none" spc="0">
                <a:ln w="0"/>
                <a:solidFill>
                  <a:schemeClr val="tx1"/>
                </a:solidFill>
                <a:effectLst>
                  <a:outerShdw blurRad="38100" dist="19050" dir="2700000" algn="tl" rotWithShape="0">
                    <a:schemeClr val="dk1">
                      <a:alpha val="40000"/>
                    </a:schemeClr>
                  </a:outerShdw>
                </a:effectLst>
                <a:latin typeface="+mj-lt"/>
                <a:ea typeface="+mj-ea"/>
                <a:cs typeface="+mj-cs"/>
              </a:rPr>
              <a:t>ABSTRACT</a:t>
            </a:r>
          </a:p>
        </p:txBody>
      </p:sp>
      <p:sp>
        <p:nvSpPr>
          <p:cNvPr id="68" name="TextBox 2">
            <a:extLst>
              <a:ext uri="{FF2B5EF4-FFF2-40B4-BE49-F238E27FC236}">
                <a16:creationId xmlns:a16="http://schemas.microsoft.com/office/drawing/2014/main" id="{3BC85F61-BEEF-B541-DF47-1986C4E8F84D}"/>
              </a:ext>
            </a:extLst>
          </p:cNvPr>
          <p:cNvSpPr txBox="1"/>
          <p:nvPr/>
        </p:nvSpPr>
        <p:spPr>
          <a:xfrm>
            <a:off x="1136429" y="2278173"/>
            <a:ext cx="7570691" cy="3450613"/>
          </a:xfrm>
          <a:prstGeom prst="rect">
            <a:avLst/>
          </a:prstGeom>
        </p:spPr>
        <p:txBody>
          <a:bodyPr vert="horz" lIns="91440" tIns="45720" rIns="91440" bIns="45720" rtlCol="0" anchor="ctr">
            <a:normAutofit fontScale="92500" lnSpcReduction="20000"/>
          </a:bodyPr>
          <a:lstStyle/>
          <a:p>
            <a:pPr indent="-228600">
              <a:lnSpc>
                <a:spcPct val="90000"/>
              </a:lnSpc>
              <a:spcAft>
                <a:spcPts val="600"/>
              </a:spcAft>
              <a:buFont typeface="Arial" panose="020B0604020202020204" pitchFamily="34" charset="0"/>
              <a:buChar char="•"/>
            </a:pPr>
            <a:endParaRPr lang="en-US" sz="1500" b="0" i="0" dirty="0">
              <a:effectLst/>
            </a:endParaRPr>
          </a:p>
          <a:p>
            <a:pPr indent="-228600">
              <a:lnSpc>
                <a:spcPct val="90000"/>
              </a:lnSpc>
              <a:spcAft>
                <a:spcPts val="600"/>
              </a:spcAft>
              <a:buFont typeface="Arial" panose="020B0604020202020204" pitchFamily="34" charset="0"/>
              <a:buChar char="•"/>
            </a:pPr>
            <a:r>
              <a:rPr lang="en-US" sz="2000" b="0" i="0" dirty="0">
                <a:effectLst/>
              </a:rPr>
              <a:t>Now a days Tutorial Points are becoming useful to the students who are in the search of quality education. So, this application provides the support for both the tutors and students. The Admin is the head of this application who can view the students and tutors registered into the application. Admin will add the courses. The tutors who need to be registered and login and can select the course he would like teach by providing location and timings.</a:t>
            </a:r>
          </a:p>
          <a:p>
            <a:pPr indent="-228600">
              <a:lnSpc>
                <a:spcPct val="90000"/>
              </a:lnSpc>
              <a:spcAft>
                <a:spcPts val="600"/>
              </a:spcAft>
              <a:buFont typeface="Arial" panose="020B0604020202020204" pitchFamily="34" charset="0"/>
              <a:buChar char="•"/>
            </a:pPr>
            <a:endParaRPr lang="en-US" sz="2000" b="0" i="0" dirty="0">
              <a:effectLst/>
            </a:endParaRPr>
          </a:p>
          <a:p>
            <a:pPr indent="-228600">
              <a:lnSpc>
                <a:spcPct val="90000"/>
              </a:lnSpc>
              <a:spcAft>
                <a:spcPts val="600"/>
              </a:spcAft>
              <a:buFont typeface="Arial" panose="020B0604020202020204" pitchFamily="34" charset="0"/>
              <a:buChar char="•"/>
            </a:pPr>
            <a:r>
              <a:rPr lang="en-US" sz="2000" b="0" i="0" dirty="0">
                <a:effectLst/>
              </a:rPr>
              <a:t>Students who also need to register and login into the application while registering student will give the location and after logging when he selects the course. The tutors available in that location and the course that tutor can teach both are matched and the request will be sent to admin. Admin will confirm the request therefore student can view the tutor details.</a:t>
            </a:r>
          </a:p>
        </p:txBody>
      </p:sp>
      <p:sp>
        <p:nvSpPr>
          <p:cNvPr id="69" name="Rectangle 1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1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Graphic 7" descr="Magnifying glass">
            <a:extLst>
              <a:ext uri="{FF2B5EF4-FFF2-40B4-BE49-F238E27FC236}">
                <a16:creationId xmlns:a16="http://schemas.microsoft.com/office/drawing/2014/main" id="{0DEB341A-7A23-AE30-264A-000A726353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159612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71692C-2A64-5A8D-93ED-E0C20315A82B}"/>
              </a:ext>
            </a:extLst>
          </p:cNvPr>
          <p:cNvSpPr/>
          <p:nvPr/>
        </p:nvSpPr>
        <p:spPr>
          <a:xfrm>
            <a:off x="4308257" y="349263"/>
            <a:ext cx="2778326" cy="923330"/>
          </a:xfrm>
          <a:prstGeom prst="rect">
            <a:avLst/>
          </a:prstGeom>
          <a:noFill/>
        </p:spPr>
        <p:txBody>
          <a:bodyPr wrap="none" lIns="91440" tIns="45720" rIns="91440" bIns="45720">
            <a:spAutoFit/>
          </a:bodyPr>
          <a:lstStyle/>
          <a:p>
            <a:pPr algn="ctr"/>
            <a:r>
              <a:rPr lang="en-US" sz="5400" b="1" u="sng" cap="none" spc="0" dirty="0">
                <a:ln w="0"/>
                <a:solidFill>
                  <a:schemeClr val="tx1"/>
                </a:solidFill>
                <a:effectLst>
                  <a:outerShdw blurRad="38100" dist="19050" dir="2700000" algn="tl" rotWithShape="0">
                    <a:schemeClr val="dk1">
                      <a:alpha val="40000"/>
                    </a:schemeClr>
                  </a:outerShdw>
                </a:effectLst>
              </a:rPr>
              <a:t>MODULE</a:t>
            </a:r>
          </a:p>
        </p:txBody>
      </p:sp>
      <p:sp>
        <p:nvSpPr>
          <p:cNvPr id="8" name="Rectangle 7">
            <a:extLst>
              <a:ext uri="{FF2B5EF4-FFF2-40B4-BE49-F238E27FC236}">
                <a16:creationId xmlns:a16="http://schemas.microsoft.com/office/drawing/2014/main" id="{0F4CA826-971E-8ED2-DB2E-F6EE08E63899}"/>
              </a:ext>
            </a:extLst>
          </p:cNvPr>
          <p:cNvSpPr/>
          <p:nvPr/>
        </p:nvSpPr>
        <p:spPr>
          <a:xfrm>
            <a:off x="843816" y="2964581"/>
            <a:ext cx="2136808" cy="1203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F4BB1A8-3CF7-D6FD-4F8E-7A97EEE5B9A9}"/>
              </a:ext>
            </a:extLst>
          </p:cNvPr>
          <p:cNvSpPr/>
          <p:nvPr/>
        </p:nvSpPr>
        <p:spPr>
          <a:xfrm>
            <a:off x="4783755" y="2964581"/>
            <a:ext cx="2281187" cy="1203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C5030778-5360-2AEC-BE8F-3A93392CD74E}"/>
              </a:ext>
            </a:extLst>
          </p:cNvPr>
          <p:cNvSpPr/>
          <p:nvPr/>
        </p:nvSpPr>
        <p:spPr>
          <a:xfrm>
            <a:off x="9066997" y="2964581"/>
            <a:ext cx="2281187" cy="12897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a:t>
            </a:r>
          </a:p>
        </p:txBody>
      </p:sp>
      <p:sp>
        <p:nvSpPr>
          <p:cNvPr id="11" name="TextBox 10">
            <a:extLst>
              <a:ext uri="{FF2B5EF4-FFF2-40B4-BE49-F238E27FC236}">
                <a16:creationId xmlns:a16="http://schemas.microsoft.com/office/drawing/2014/main" id="{B3095854-91BA-1A28-BC9C-37E268593691}"/>
              </a:ext>
            </a:extLst>
          </p:cNvPr>
          <p:cNvSpPr txBox="1"/>
          <p:nvPr/>
        </p:nvSpPr>
        <p:spPr>
          <a:xfrm>
            <a:off x="1117600" y="3224463"/>
            <a:ext cx="1503680" cy="523220"/>
          </a:xfrm>
          <a:prstGeom prst="rect">
            <a:avLst/>
          </a:prstGeom>
          <a:noFill/>
        </p:spPr>
        <p:txBody>
          <a:bodyPr wrap="square" rtlCol="0">
            <a:spAutoFit/>
          </a:bodyPr>
          <a:lstStyle/>
          <a:p>
            <a:r>
              <a:rPr lang="en-IN" sz="2800" b="1" dirty="0"/>
              <a:t>ADMIN</a:t>
            </a:r>
          </a:p>
        </p:txBody>
      </p:sp>
      <p:sp>
        <p:nvSpPr>
          <p:cNvPr id="12" name="TextBox 11">
            <a:extLst>
              <a:ext uri="{FF2B5EF4-FFF2-40B4-BE49-F238E27FC236}">
                <a16:creationId xmlns:a16="http://schemas.microsoft.com/office/drawing/2014/main" id="{06AA9B52-1D02-B702-55E3-C9C877C9D3E6}"/>
              </a:ext>
            </a:extLst>
          </p:cNvPr>
          <p:cNvSpPr txBox="1"/>
          <p:nvPr/>
        </p:nvSpPr>
        <p:spPr>
          <a:xfrm>
            <a:off x="5252719" y="3224463"/>
            <a:ext cx="1369461" cy="523220"/>
          </a:xfrm>
          <a:prstGeom prst="rect">
            <a:avLst/>
          </a:prstGeom>
          <a:noFill/>
        </p:spPr>
        <p:txBody>
          <a:bodyPr wrap="square" rtlCol="0">
            <a:spAutoFit/>
          </a:bodyPr>
          <a:lstStyle/>
          <a:p>
            <a:r>
              <a:rPr lang="en-IN" sz="2800" b="1" dirty="0"/>
              <a:t>TUTOR</a:t>
            </a:r>
          </a:p>
        </p:txBody>
      </p:sp>
      <p:sp>
        <p:nvSpPr>
          <p:cNvPr id="13" name="TextBox 12">
            <a:extLst>
              <a:ext uri="{FF2B5EF4-FFF2-40B4-BE49-F238E27FC236}">
                <a16:creationId xmlns:a16="http://schemas.microsoft.com/office/drawing/2014/main" id="{1184FDCC-DDC4-D733-EF01-1FA78C1FA305}"/>
              </a:ext>
            </a:extLst>
          </p:cNvPr>
          <p:cNvSpPr txBox="1"/>
          <p:nvPr/>
        </p:nvSpPr>
        <p:spPr>
          <a:xfrm flipH="1">
            <a:off x="9408159" y="3219651"/>
            <a:ext cx="1391919" cy="523220"/>
          </a:xfrm>
          <a:prstGeom prst="rect">
            <a:avLst/>
          </a:prstGeom>
          <a:noFill/>
        </p:spPr>
        <p:txBody>
          <a:bodyPr wrap="square" rtlCol="0">
            <a:spAutoFit/>
          </a:bodyPr>
          <a:lstStyle/>
          <a:p>
            <a:r>
              <a:rPr lang="en-IN" sz="2800" b="1" dirty="0"/>
              <a:t>PARENT</a:t>
            </a:r>
          </a:p>
        </p:txBody>
      </p:sp>
      <p:cxnSp>
        <p:nvCxnSpPr>
          <p:cNvPr id="15" name="Straight Arrow Connector 14">
            <a:extLst>
              <a:ext uri="{FF2B5EF4-FFF2-40B4-BE49-F238E27FC236}">
                <a16:creationId xmlns:a16="http://schemas.microsoft.com/office/drawing/2014/main" id="{70C9FA89-E9D0-2EE5-E9A3-C7809AF03154}"/>
              </a:ext>
            </a:extLst>
          </p:cNvPr>
          <p:cNvCxnSpPr/>
          <p:nvPr/>
        </p:nvCxnSpPr>
        <p:spPr>
          <a:xfrm flipH="1">
            <a:off x="2098307" y="1443789"/>
            <a:ext cx="2209950" cy="14052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FBE62D61-6C77-EA12-DEB3-4637809CC980}"/>
              </a:ext>
            </a:extLst>
          </p:cNvPr>
          <p:cNvCxnSpPr/>
          <p:nvPr/>
        </p:nvCxnSpPr>
        <p:spPr>
          <a:xfrm>
            <a:off x="5669280" y="1443789"/>
            <a:ext cx="0" cy="14052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3AB6CEF-F6BD-5125-5E7E-D0E018AF922A}"/>
              </a:ext>
            </a:extLst>
          </p:cNvPr>
          <p:cNvCxnSpPr/>
          <p:nvPr/>
        </p:nvCxnSpPr>
        <p:spPr>
          <a:xfrm>
            <a:off x="7064942" y="1443789"/>
            <a:ext cx="3003083" cy="14052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6895C6F3-A8A7-B39E-832C-7A3436743584}"/>
              </a:ext>
            </a:extLst>
          </p:cNvPr>
          <p:cNvSpPr txBox="1"/>
          <p:nvPr/>
        </p:nvSpPr>
        <p:spPr>
          <a:xfrm>
            <a:off x="467553" y="4360244"/>
            <a:ext cx="3261508" cy="1815882"/>
          </a:xfrm>
          <a:prstGeom prst="rect">
            <a:avLst/>
          </a:prstGeom>
          <a:noFill/>
        </p:spPr>
        <p:txBody>
          <a:bodyPr wrap="square">
            <a:spAutoFit/>
          </a:bodyPr>
          <a:lstStyle/>
          <a:p>
            <a:r>
              <a:rPr lang="en-IN" sz="1400" b="0" i="0" dirty="0">
                <a:solidFill>
                  <a:srgbClr val="333333"/>
                </a:solidFill>
                <a:effectLst/>
                <a:latin typeface="Libre Franklin" pitchFamily="2" charset="0"/>
              </a:rPr>
              <a:t>Admin will login with the default username and password. Admin can view the registered tutors and students. He can also view the requests from tutors. Admin will confirm the requests then the details of tutors are shown to student and the tutor will be assigned to student.</a:t>
            </a:r>
            <a:endParaRPr lang="en-IN" sz="1400" dirty="0"/>
          </a:p>
        </p:txBody>
      </p:sp>
      <p:sp>
        <p:nvSpPr>
          <p:cNvPr id="6" name="TextBox 5">
            <a:extLst>
              <a:ext uri="{FF2B5EF4-FFF2-40B4-BE49-F238E27FC236}">
                <a16:creationId xmlns:a16="http://schemas.microsoft.com/office/drawing/2014/main" id="{CA5947BB-EA18-3DCD-DB73-80FD8D5AE704}"/>
              </a:ext>
            </a:extLst>
          </p:cNvPr>
          <p:cNvSpPr txBox="1"/>
          <p:nvPr/>
        </p:nvSpPr>
        <p:spPr>
          <a:xfrm>
            <a:off x="4594458" y="4322706"/>
            <a:ext cx="3003084" cy="2031325"/>
          </a:xfrm>
          <a:prstGeom prst="rect">
            <a:avLst/>
          </a:prstGeom>
          <a:noFill/>
        </p:spPr>
        <p:txBody>
          <a:bodyPr wrap="square">
            <a:spAutoFit/>
          </a:bodyPr>
          <a:lstStyle/>
          <a:p>
            <a:r>
              <a:rPr lang="en-IN" sz="1400" b="0" i="0" dirty="0">
                <a:solidFill>
                  <a:srgbClr val="333333"/>
                </a:solidFill>
                <a:effectLst/>
                <a:latin typeface="Libre Franklin" pitchFamily="2" charset="0"/>
              </a:rPr>
              <a:t>Tutor will login and register into the application by giving the username and password, after logging in tutor will select the course and location and the timings with his availability. If any student requests were there in that locality the tutor will be assigned to student.</a:t>
            </a:r>
            <a:r>
              <a:rPr lang="en-IN" sz="1400" b="1" i="0" dirty="0">
                <a:solidFill>
                  <a:srgbClr val="333333"/>
                </a:solidFill>
                <a:effectLst/>
                <a:latin typeface="Libre Franklin" pitchFamily="2" charset="0"/>
              </a:rPr>
              <a:t> </a:t>
            </a:r>
            <a:endParaRPr lang="en-IN" sz="1400" dirty="0"/>
          </a:p>
        </p:txBody>
      </p:sp>
      <p:sp>
        <p:nvSpPr>
          <p:cNvPr id="14" name="TextBox 13">
            <a:extLst>
              <a:ext uri="{FF2B5EF4-FFF2-40B4-BE49-F238E27FC236}">
                <a16:creationId xmlns:a16="http://schemas.microsoft.com/office/drawing/2014/main" id="{2EEDA0FC-93E9-14FE-67A5-45036FF6231E}"/>
              </a:ext>
            </a:extLst>
          </p:cNvPr>
          <p:cNvSpPr txBox="1"/>
          <p:nvPr/>
        </p:nvSpPr>
        <p:spPr>
          <a:xfrm>
            <a:off x="8672363" y="4360244"/>
            <a:ext cx="3236493" cy="1815882"/>
          </a:xfrm>
          <a:prstGeom prst="rect">
            <a:avLst/>
          </a:prstGeom>
          <a:noFill/>
        </p:spPr>
        <p:txBody>
          <a:bodyPr wrap="square">
            <a:spAutoFit/>
          </a:bodyPr>
          <a:lstStyle/>
          <a:p>
            <a:r>
              <a:rPr lang="en-IN" sz="1400" dirty="0">
                <a:solidFill>
                  <a:srgbClr val="333333"/>
                </a:solidFill>
                <a:latin typeface="Libre Franklin" pitchFamily="2" charset="0"/>
              </a:rPr>
              <a:t>Parent</a:t>
            </a:r>
            <a:r>
              <a:rPr lang="en-IN" sz="1400" b="0" i="0" dirty="0">
                <a:solidFill>
                  <a:srgbClr val="333333"/>
                </a:solidFill>
                <a:effectLst/>
                <a:latin typeface="Libre Franklin" pitchFamily="2" charset="0"/>
              </a:rPr>
              <a:t> will register and login into the application by giving username and password and student need to select the course and timings and if any tutors available in that area the request will be forwarded to admin, admin will confirm the request the tutor will be assigned to student.</a:t>
            </a:r>
            <a:endParaRPr lang="en-IN" sz="1400" dirty="0"/>
          </a:p>
        </p:txBody>
      </p:sp>
    </p:spTree>
    <p:extLst>
      <p:ext uri="{BB962C8B-B14F-4D97-AF65-F5344CB8AC3E}">
        <p14:creationId xmlns:p14="http://schemas.microsoft.com/office/powerpoint/2010/main" val="3019506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FA3F97E-62F9-25F5-C48E-DB7B5C250176}"/>
              </a:ext>
            </a:extLst>
          </p:cNvPr>
          <p:cNvSpPr/>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b="1" u="sng" kern="1200" cap="none" spc="0">
                <a:ln w="22225">
                  <a:solidFill>
                    <a:schemeClr val="accent2"/>
                  </a:solidFill>
                  <a:prstDash val="solid"/>
                </a:ln>
                <a:solidFill>
                  <a:srgbClr val="FFFFFF"/>
                </a:solidFill>
                <a:effectLst/>
                <a:latin typeface="+mj-lt"/>
                <a:ea typeface="+mj-ea"/>
                <a:cs typeface="+mj-cs"/>
              </a:rPr>
              <a:t>ER DIAGRAM</a:t>
            </a:r>
          </a:p>
        </p:txBody>
      </p:sp>
      <p:pic>
        <p:nvPicPr>
          <p:cNvPr id="8" name="Picture 7" descr="Diagram, schematic&#10;&#10;Description automatically generated">
            <a:extLst>
              <a:ext uri="{FF2B5EF4-FFF2-40B4-BE49-F238E27FC236}">
                <a16:creationId xmlns:a16="http://schemas.microsoft.com/office/drawing/2014/main" id="{6CC9D9FD-75EB-3D01-A839-CF713F83AF61}"/>
              </a:ext>
            </a:extLst>
          </p:cNvPr>
          <p:cNvPicPr>
            <a:picLocks noChangeAspect="1"/>
          </p:cNvPicPr>
          <p:nvPr/>
        </p:nvPicPr>
        <p:blipFill rotWithShape="1">
          <a:blip r:embed="rId2">
            <a:extLst>
              <a:ext uri="{28A0092B-C50C-407E-A947-70E740481C1C}">
                <a14:useLocalDpi xmlns:a14="http://schemas.microsoft.com/office/drawing/2010/main" val="0"/>
              </a:ext>
            </a:extLst>
          </a:blip>
          <a:srcRect l="2276" r="41966" b="53481"/>
          <a:stretch/>
        </p:blipFill>
        <p:spPr>
          <a:xfrm>
            <a:off x="4216525" y="1198847"/>
            <a:ext cx="7936117" cy="4378993"/>
          </a:xfrm>
          <a:prstGeom prst="rect">
            <a:avLst/>
          </a:prstGeom>
        </p:spPr>
      </p:pic>
    </p:spTree>
    <p:extLst>
      <p:ext uri="{BB962C8B-B14F-4D97-AF65-F5344CB8AC3E}">
        <p14:creationId xmlns:p14="http://schemas.microsoft.com/office/powerpoint/2010/main" val="3116492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039">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Rectangle 3">
            <a:extLst>
              <a:ext uri="{FF2B5EF4-FFF2-40B4-BE49-F238E27FC236}">
                <a16:creationId xmlns:a16="http://schemas.microsoft.com/office/drawing/2014/main" id="{F7E239F8-A9BC-1882-C960-3BE0C389291A}"/>
              </a:ext>
            </a:extLst>
          </p:cNvPr>
          <p:cNvSpPr/>
          <p:nvPr/>
        </p:nvSpPr>
        <p:spPr>
          <a:xfrm>
            <a:off x="404261" y="2581065"/>
            <a:ext cx="5035711" cy="3633467"/>
          </a:xfrm>
          <a:prstGeom prst="rect">
            <a:avLst/>
          </a:prstGeom>
        </p:spPr>
        <p:txBody>
          <a:bodyPr vert="horz" lIns="91440" tIns="45720" rIns="91440" bIns="45720" rtlCol="0">
            <a:normAutofit/>
          </a:bodyPr>
          <a:lstStyle/>
          <a:p>
            <a:pPr indent="-228600">
              <a:lnSpc>
                <a:spcPct val="90000"/>
              </a:lnSpc>
              <a:spcBef>
                <a:spcPct val="0"/>
              </a:spcBef>
              <a:spcAft>
                <a:spcPts val="600"/>
              </a:spcAft>
              <a:buFont typeface="Arial" panose="020B0604020202020204" pitchFamily="34" charset="0"/>
              <a:buChar char="•"/>
            </a:pPr>
            <a:r>
              <a:rPr lang="en-US" sz="3600" b="1" u="sng" cap="none" spc="0" dirty="0">
                <a:ln w="22225">
                  <a:solidFill>
                    <a:schemeClr val="accent2"/>
                  </a:solidFill>
                  <a:prstDash val="solid"/>
                </a:ln>
                <a:solidFill>
                  <a:schemeClr val="bg1"/>
                </a:solidFill>
                <a:effectLst/>
              </a:rPr>
              <a:t>USE-CASE DIAGRAM</a:t>
            </a:r>
          </a:p>
        </p:txBody>
      </p:sp>
      <p:sp>
        <p:nvSpPr>
          <p:cNvPr id="1037" name="Rectangle 1043">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image">
            <a:extLst>
              <a:ext uri="{FF2B5EF4-FFF2-40B4-BE49-F238E27FC236}">
                <a16:creationId xmlns:a16="http://schemas.microsoft.com/office/drawing/2014/main" id="{5F6C585E-6839-37E8-55C4-7F56EA49757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68766" y="0"/>
            <a:ext cx="702323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37A4FD6-FFA0-90AF-7ACB-4131739F342A}"/>
              </a:ext>
            </a:extLst>
          </p:cNvPr>
          <p:cNvSpPr/>
          <p:nvPr/>
        </p:nvSpPr>
        <p:spPr>
          <a:xfrm>
            <a:off x="3291840" y="294640"/>
            <a:ext cx="9692639" cy="1085924"/>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6000" b="1" u="sng" cap="none" spc="0" dirty="0">
              <a:ln w="22225">
                <a:solidFill>
                  <a:schemeClr val="accent2"/>
                </a:solidFill>
                <a:prstDash val="solid"/>
              </a:ln>
              <a:solidFill>
                <a:schemeClr val="bg1"/>
              </a:solidFill>
              <a:effectLst/>
              <a:latin typeface="+mj-lt"/>
              <a:ea typeface="+mj-ea"/>
              <a:cs typeface="+mj-cs"/>
            </a:endParaRPr>
          </a:p>
        </p:txBody>
      </p:sp>
    </p:spTree>
    <p:extLst>
      <p:ext uri="{BB962C8B-B14F-4D97-AF65-F5344CB8AC3E}">
        <p14:creationId xmlns:p14="http://schemas.microsoft.com/office/powerpoint/2010/main" val="1930984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79FA4A1-7358-00B0-46CB-F2794615869E}"/>
              </a:ext>
            </a:extLst>
          </p:cNvPr>
          <p:cNvSpPr/>
          <p:nvPr/>
        </p:nvSpPr>
        <p:spPr>
          <a:xfrm>
            <a:off x="490537" y="51138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kern="1200" cap="none" spc="0">
                <a:ln w="22225">
                  <a:solidFill>
                    <a:schemeClr val="accent2"/>
                  </a:solidFill>
                  <a:prstDash val="solid"/>
                </a:ln>
                <a:solidFill>
                  <a:schemeClr val="bg1"/>
                </a:solidFill>
                <a:effectLst/>
                <a:latin typeface="+mj-lt"/>
                <a:ea typeface="+mj-ea"/>
                <a:cs typeface="+mj-cs"/>
              </a:rPr>
              <a:t>CLASS DIAGRAM</a:t>
            </a:r>
          </a:p>
        </p:txBody>
      </p:sp>
      <p:pic>
        <p:nvPicPr>
          <p:cNvPr id="4" name="Picture 3" descr="Graphical user interface&#10;&#10;Description automatically generated">
            <a:extLst>
              <a:ext uri="{FF2B5EF4-FFF2-40B4-BE49-F238E27FC236}">
                <a16:creationId xmlns:a16="http://schemas.microsoft.com/office/drawing/2014/main" id="{B81AFF31-18EE-FAA1-71C4-C0A9E2D463B5}"/>
              </a:ext>
            </a:extLst>
          </p:cNvPr>
          <p:cNvPicPr>
            <a:picLocks noChangeAspect="1"/>
          </p:cNvPicPr>
          <p:nvPr/>
        </p:nvPicPr>
        <p:blipFill rotWithShape="1">
          <a:blip r:embed="rId2">
            <a:extLst>
              <a:ext uri="{28A0092B-C50C-407E-A947-70E740481C1C}">
                <a14:useLocalDpi xmlns:a14="http://schemas.microsoft.com/office/drawing/2010/main" val="0"/>
              </a:ext>
            </a:extLst>
          </a:blip>
          <a:srcRect l="8838" t="-1" r="4798" b="12205"/>
          <a:stretch/>
        </p:blipFill>
        <p:spPr>
          <a:xfrm>
            <a:off x="280035" y="1513840"/>
            <a:ext cx="11759565" cy="5262880"/>
          </a:xfrm>
          <a:prstGeom prst="rect">
            <a:avLst/>
          </a:prstGeom>
        </p:spPr>
      </p:pic>
    </p:spTree>
    <p:extLst>
      <p:ext uri="{BB962C8B-B14F-4D97-AF65-F5344CB8AC3E}">
        <p14:creationId xmlns:p14="http://schemas.microsoft.com/office/powerpoint/2010/main" val="3959650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2B3C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C404372-41F4-6731-99FE-CBDFEB8C291A}"/>
              </a:ext>
            </a:extLst>
          </p:cNvPr>
          <p:cNvSpPr/>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600" b="1" kern="1200" cap="none" spc="0">
                <a:ln w="22225">
                  <a:solidFill>
                    <a:schemeClr val="accent2"/>
                  </a:solidFill>
                  <a:prstDash val="solid"/>
                </a:ln>
                <a:solidFill>
                  <a:srgbClr val="FFFFFF"/>
                </a:solidFill>
                <a:effectLst/>
                <a:latin typeface="+mj-lt"/>
                <a:ea typeface="+mj-ea"/>
                <a:cs typeface="+mj-cs"/>
              </a:rPr>
              <a:t>ACTIVITY  DIAGRAM</a:t>
            </a:r>
          </a:p>
        </p:txBody>
      </p:sp>
      <p:pic>
        <p:nvPicPr>
          <p:cNvPr id="2050" name="Picture 2">
            <a:extLst>
              <a:ext uri="{FF2B5EF4-FFF2-40B4-BE49-F238E27FC236}">
                <a16:creationId xmlns:a16="http://schemas.microsoft.com/office/drawing/2014/main" id="{19720D5C-D7DE-B95B-28B0-ABFF0D147A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1777" r="43999" b="13"/>
          <a:stretch/>
        </p:blipFill>
        <p:spPr bwMode="auto">
          <a:xfrm>
            <a:off x="4124960" y="447040"/>
            <a:ext cx="7711440" cy="630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924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raphical user interface&#10;&#10;Description automatically generated">
            <a:extLst>
              <a:ext uri="{FF2B5EF4-FFF2-40B4-BE49-F238E27FC236}">
                <a16:creationId xmlns:a16="http://schemas.microsoft.com/office/drawing/2014/main" id="{3915D5B1-3D18-58CF-6CCE-48FC5E4109EE}"/>
              </a:ext>
            </a:extLst>
          </p:cNvPr>
          <p:cNvPicPr>
            <a:picLocks noChangeAspect="1"/>
          </p:cNvPicPr>
          <p:nvPr/>
        </p:nvPicPr>
        <p:blipFill rotWithShape="1">
          <a:blip r:embed="rId2">
            <a:extLst>
              <a:ext uri="{28A0092B-C50C-407E-A947-70E740481C1C}">
                <a14:useLocalDpi xmlns:a14="http://schemas.microsoft.com/office/drawing/2010/main" val="0"/>
              </a:ext>
            </a:extLst>
          </a:blip>
          <a:srcRect r="37527"/>
          <a:stretch/>
        </p:blipFill>
        <p:spPr>
          <a:xfrm>
            <a:off x="537663" y="1553691"/>
            <a:ext cx="10903640" cy="464880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FEDF214-1684-CA4D-A7A4-A12ECF503AFE}"/>
              </a:ext>
            </a:extLst>
          </p:cNvPr>
          <p:cNvSpPr/>
          <p:nvPr/>
        </p:nvSpPr>
        <p:spPr>
          <a:xfrm>
            <a:off x="2630758" y="-51363"/>
            <a:ext cx="6310254" cy="923330"/>
          </a:xfrm>
          <a:prstGeom prst="rect">
            <a:avLst/>
          </a:prstGeom>
          <a:noFill/>
        </p:spPr>
        <p:txBody>
          <a:bodyPr wrap="none" lIns="91440" tIns="45720" rIns="91440" bIns="45720">
            <a:spAutoFit/>
          </a:bodyPr>
          <a:lstStyle/>
          <a:p>
            <a:pPr algn="ctr"/>
            <a:r>
              <a:rPr lang="en-US" sz="54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SEQUENCE DIAGRAM</a:t>
            </a:r>
          </a:p>
        </p:txBody>
      </p:sp>
      <p:sp>
        <p:nvSpPr>
          <p:cNvPr id="5" name="TextBox 4">
            <a:extLst>
              <a:ext uri="{FF2B5EF4-FFF2-40B4-BE49-F238E27FC236}">
                <a16:creationId xmlns:a16="http://schemas.microsoft.com/office/drawing/2014/main" id="{3983CAB9-5FAC-10F5-45AD-9F4481848DE9}"/>
              </a:ext>
            </a:extLst>
          </p:cNvPr>
          <p:cNvSpPr txBox="1"/>
          <p:nvPr/>
        </p:nvSpPr>
        <p:spPr>
          <a:xfrm>
            <a:off x="1578543" y="1049154"/>
            <a:ext cx="1617044" cy="461665"/>
          </a:xfrm>
          <a:prstGeom prst="rect">
            <a:avLst/>
          </a:prstGeom>
          <a:noFill/>
        </p:spPr>
        <p:txBody>
          <a:bodyPr wrap="square" rtlCol="0">
            <a:spAutoFit/>
          </a:bodyPr>
          <a:lstStyle/>
          <a:p>
            <a:r>
              <a:rPr lang="en-IN" sz="2400" b="1" u="sng" dirty="0"/>
              <a:t>ADMIN:-</a:t>
            </a:r>
          </a:p>
        </p:txBody>
      </p:sp>
    </p:spTree>
    <p:extLst>
      <p:ext uri="{BB962C8B-B14F-4D97-AF65-F5344CB8AC3E}">
        <p14:creationId xmlns:p14="http://schemas.microsoft.com/office/powerpoint/2010/main" val="3195560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pplication&#10;&#10;Description automatically generated with low confidence">
            <a:extLst>
              <a:ext uri="{FF2B5EF4-FFF2-40B4-BE49-F238E27FC236}">
                <a16:creationId xmlns:a16="http://schemas.microsoft.com/office/drawing/2014/main" id="{981F39C2-6FDF-ED2F-76CE-BB60404FD323}"/>
              </a:ext>
            </a:extLst>
          </p:cNvPr>
          <p:cNvPicPr>
            <a:picLocks noChangeAspect="1"/>
          </p:cNvPicPr>
          <p:nvPr/>
        </p:nvPicPr>
        <p:blipFill rotWithShape="1">
          <a:blip r:embed="rId2">
            <a:extLst>
              <a:ext uri="{28A0092B-C50C-407E-A947-70E740481C1C}">
                <a14:useLocalDpi xmlns:a14="http://schemas.microsoft.com/office/drawing/2010/main" val="0"/>
              </a:ext>
            </a:extLst>
          </a:blip>
          <a:srcRect t="1" r="64665" b="40245"/>
          <a:stretch/>
        </p:blipFill>
        <p:spPr>
          <a:xfrm>
            <a:off x="663786" y="1556613"/>
            <a:ext cx="10634133" cy="4558887"/>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2E5D0CE-3B0B-A9A3-6719-36289ECAD86D}"/>
              </a:ext>
            </a:extLst>
          </p:cNvPr>
          <p:cNvSpPr txBox="1"/>
          <p:nvPr/>
        </p:nvSpPr>
        <p:spPr>
          <a:xfrm>
            <a:off x="4363042" y="677955"/>
            <a:ext cx="3180795" cy="523220"/>
          </a:xfrm>
          <a:prstGeom prst="rect">
            <a:avLst/>
          </a:prstGeom>
          <a:noFill/>
        </p:spPr>
        <p:txBody>
          <a:bodyPr wrap="square" rtlCol="0">
            <a:spAutoFit/>
          </a:bodyPr>
          <a:lstStyle/>
          <a:p>
            <a:r>
              <a:rPr lang="en-IN" sz="2800" b="1" u="sng" dirty="0"/>
              <a:t>PARENT/STUDENT:-</a:t>
            </a:r>
          </a:p>
        </p:txBody>
      </p:sp>
    </p:spTree>
    <p:extLst>
      <p:ext uri="{BB962C8B-B14F-4D97-AF65-F5344CB8AC3E}">
        <p14:creationId xmlns:p14="http://schemas.microsoft.com/office/powerpoint/2010/main" val="263382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raphical user interface&#10;&#10;Description automatically generated with medium confidence">
            <a:extLst>
              <a:ext uri="{FF2B5EF4-FFF2-40B4-BE49-F238E27FC236}">
                <a16:creationId xmlns:a16="http://schemas.microsoft.com/office/drawing/2014/main" id="{53E9F647-9CCC-6293-B7FA-5489F5B5DD95}"/>
              </a:ext>
            </a:extLst>
          </p:cNvPr>
          <p:cNvPicPr>
            <a:picLocks noChangeAspect="1"/>
          </p:cNvPicPr>
          <p:nvPr/>
        </p:nvPicPr>
        <p:blipFill rotWithShape="1">
          <a:blip r:embed="rId2">
            <a:extLst>
              <a:ext uri="{28A0092B-C50C-407E-A947-70E740481C1C}">
                <a14:useLocalDpi xmlns:a14="http://schemas.microsoft.com/office/drawing/2010/main" val="0"/>
              </a:ext>
            </a:extLst>
          </a:blip>
          <a:srcRect t="-1079" r="34514" b="1"/>
          <a:stretch/>
        </p:blipFill>
        <p:spPr>
          <a:xfrm>
            <a:off x="643467" y="1452458"/>
            <a:ext cx="10905066" cy="4663043"/>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DA42004-A57E-C75A-4C43-A4E205215804}"/>
              </a:ext>
            </a:extLst>
          </p:cNvPr>
          <p:cNvSpPr txBox="1"/>
          <p:nvPr/>
        </p:nvSpPr>
        <p:spPr>
          <a:xfrm>
            <a:off x="5282559" y="625641"/>
            <a:ext cx="2266014" cy="523220"/>
          </a:xfrm>
          <a:prstGeom prst="rect">
            <a:avLst/>
          </a:prstGeom>
          <a:noFill/>
        </p:spPr>
        <p:txBody>
          <a:bodyPr wrap="square" rtlCol="0">
            <a:spAutoFit/>
          </a:bodyPr>
          <a:lstStyle/>
          <a:p>
            <a:r>
              <a:rPr lang="en-IN" sz="2800" b="1" u="sng" dirty="0"/>
              <a:t>TUTOR:-</a:t>
            </a:r>
          </a:p>
        </p:txBody>
      </p:sp>
    </p:spTree>
    <p:extLst>
      <p:ext uri="{BB962C8B-B14F-4D97-AF65-F5344CB8AC3E}">
        <p14:creationId xmlns:p14="http://schemas.microsoft.com/office/powerpoint/2010/main" val="53143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Shape 8">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10">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12">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Rectangle 14">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6">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8">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16" name="Freeform: Shape 20">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Rectangle 1">
            <a:extLst>
              <a:ext uri="{FF2B5EF4-FFF2-40B4-BE49-F238E27FC236}">
                <a16:creationId xmlns:a16="http://schemas.microsoft.com/office/drawing/2014/main" id="{B22EFF32-4B54-83FD-DD42-C5B7DB447B59}"/>
              </a:ext>
            </a:extLst>
          </p:cNvPr>
          <p:cNvSpPr/>
          <p:nvPr/>
        </p:nvSpPr>
        <p:spPr>
          <a:xfrm>
            <a:off x="2737214" y="1763716"/>
            <a:ext cx="6379247" cy="3264839"/>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7200" b="1" kern="1200" dirty="0">
                <a:ln w="12700">
                  <a:solidFill>
                    <a:schemeClr val="accent1"/>
                  </a:solidFill>
                  <a:prstDash val="solid"/>
                </a:ln>
                <a:solidFill>
                  <a:srgbClr val="080808"/>
                </a:solidFill>
                <a:effectLst>
                  <a:outerShdw dist="38100" dir="2640000" algn="bl" rotWithShape="0">
                    <a:schemeClr val="accent1"/>
                  </a:outerShdw>
                </a:effectLst>
                <a:latin typeface="+mj-lt"/>
                <a:ea typeface="+mj-ea"/>
                <a:cs typeface="+mj-cs"/>
              </a:rPr>
              <a:t>THANK YOU</a:t>
            </a:r>
            <a:endParaRPr lang="en-US" sz="7200" b="1" kern="1200" cap="none" spc="0" dirty="0">
              <a:ln w="12700">
                <a:solidFill>
                  <a:schemeClr val="accent1"/>
                </a:solidFill>
                <a:prstDash val="solid"/>
              </a:ln>
              <a:solidFill>
                <a:srgbClr val="080808"/>
              </a:solidFill>
              <a:effectLst>
                <a:outerShdw dist="38100" dir="2640000" algn="bl" rotWithShape="0">
                  <a:schemeClr val="accent1"/>
                </a:outerShdw>
              </a:effectLst>
              <a:latin typeface="+mj-lt"/>
              <a:ea typeface="+mj-ea"/>
              <a:cs typeface="+mj-cs"/>
            </a:endParaRPr>
          </a:p>
        </p:txBody>
      </p:sp>
      <p:sp>
        <p:nvSpPr>
          <p:cNvPr id="18" name="Freeform: Shape 22">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2" name="Freeform: Shape 24">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Rectangle 26">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70549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win32_fixed.potx" id="{FFA6945E-0D2E-49A3-B8AE-0157B47B7617}" vid="{3D53E5D5-FE42-40E3-89B4-70F55FAC32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11993</TotalTime>
  <Words>335</Words>
  <Application>Microsoft Office PowerPoint</Application>
  <PresentationFormat>Widescreen</PresentationFormat>
  <Paragraphs>25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Franklin Gothic Book</vt:lpstr>
      <vt:lpstr>Libre Franklin</vt:lpstr>
      <vt:lpstr>Office Theme</vt:lpstr>
      <vt:lpstr>Online Private Tutor    Finder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Private Tutor  Finder System</dc:title>
  <dc:creator>Mallik, Anisha</dc:creator>
  <cp:lastModifiedBy>Mallik, Anisha</cp:lastModifiedBy>
  <cp:revision>1</cp:revision>
  <dcterms:created xsi:type="dcterms:W3CDTF">2023-02-17T11:10:35Z</dcterms:created>
  <dcterms:modified xsi:type="dcterms:W3CDTF">2023-02-27T06:57:53Z</dcterms:modified>
</cp:coreProperties>
</file>